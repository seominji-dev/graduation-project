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알고리즘 (비교 대상)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052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424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020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747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47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47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747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47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08200" y="498425"/>
            <a:ext cx="2000399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7725" y="507950"/>
            <a:ext cx="1981349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1443" y="584150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27401" y="100310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44676" y="1503015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4676" y="1307753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44676" y="1596479"/>
            <a:ext cx="1727448" cy="6000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우선순위 (URGENT~LOW)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우선순위 조정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44676" y="2518618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4676" y="2323356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44676" y="261208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55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50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28793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7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20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20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20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분류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큐별 타임 퀀텀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선점형 스케줄링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20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20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20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27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722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599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19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992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92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92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비례 서비스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 계산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공정성 지표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92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92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92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VFT 계산 부담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1000" y="3667869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기능 (전처리 단계)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1000" y="3861495"/>
            <a:ext cx="8401050" cy="59650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90525" y="3871020"/>
            <a:ext cx="8382000" cy="298252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7475" y="3934420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550640" y="3953470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7475" y="4232672"/>
            <a:ext cx="14545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테넌트별 요청 빈도 제한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97447" y="4232672"/>
            <a:ext cx="1101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버스트 용량 제어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30947" y="4232672"/>
            <a:ext cx="143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과부하 방지 (보조 수단)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1000" y="4594473"/>
            <a:ext cx="838200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000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42159" y="4642098"/>
            <a:ext cx="12850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기능 다양성  →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65207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382000" cy="45392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72951"/>
            <a:ext cx="2590800" cy="415826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39990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계층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94000" y="404664"/>
            <a:ext cx="1176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클라이언트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7288" y="7840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041202"/>
            <a:ext cx="8382000" cy="58727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06025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87202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450" y="1349127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(Express.js)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94000" y="1258639"/>
            <a:ext cx="2596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 · 스케줄러 관리 · 통계/공정성 · 상태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7288" y="170467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61852"/>
            <a:ext cx="8382000" cy="587276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198090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07853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450" y="2260253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(전처리 단계)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94000" y="2179290"/>
            <a:ext cx="3008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 · 테넌트별 요청 빈도 제한 · 과부하 방지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7288" y="2625328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2882503"/>
            <a:ext cx="8382000" cy="698302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2952304"/>
            <a:ext cx="2590800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2450" y="3079254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엔진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450" y="3241179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(런타임 교체 가능)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94000" y="3003054"/>
            <a:ext cx="60454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30476" y="3050679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74740" y="3003054"/>
            <a:ext cx="71750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11216" y="3050679"/>
            <a:ext cx="453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8441" y="3003054"/>
            <a:ext cx="632668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4916" y="3050679"/>
            <a:ext cx="366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77309" y="3003054"/>
            <a:ext cx="569119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3784" y="3050679"/>
            <a:ext cx="302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94000" y="3317379"/>
            <a:ext cx="1998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기능: 에이징, 부스트, 두 가지 수준 JFI 측정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97288" y="3657005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1000" y="3914180"/>
            <a:ext cx="5857429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0050" y="4004667"/>
            <a:ext cx="2590800" cy="41582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2450" y="4131618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계층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94000" y="4136380"/>
            <a:ext cx="189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배열 (큐) · JSON 파일 (로그)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39929" y="3914180"/>
            <a:ext cx="2423071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8979" y="3933230"/>
            <a:ext cx="992981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11379" y="4060180"/>
            <a:ext cx="701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백엔드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11379" y="4222105"/>
            <a:ext cx="701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(외부 서비스)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55111" y="4141143"/>
            <a:ext cx="410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7393" y="4150668"/>
            <a:ext cx="5950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 엔진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1000" y="487218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00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요청 수신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04800" y="498128"/>
            <a:ext cx="1561951" cy="669727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61867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7107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01" y="913954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42951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98128"/>
            <a:ext cx="4749998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85354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837754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 · 테넌트 식별 · 우선순위 할당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23199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98128"/>
            <a:ext cx="1561951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62344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6631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확인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10550" y="90919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거부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97288" y="121845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45003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스케줄링 결정 (런타임 교체 가능)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28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5745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993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+ 에이징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010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7546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8880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큐 + 선점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992809"/>
            <a:ext cx="18914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Q0:1,000ms Q1:3,000ms Q2:8,000ms Q3:무제한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275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81183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94518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2049959"/>
            <a:ext cx="18914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100/50/10/1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3212" y="2354610"/>
            <a:ext cx="25679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/api/scheduler → 런타임 알고리즘 전환 (재시작 불필요)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97288" y="251638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747963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 및 응답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4800" y="2966889"/>
            <a:ext cx="4749998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3158877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3311277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요청 추출 · LLM 백엔드로 전달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30998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966889"/>
            <a:ext cx="1688902" cy="679252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31636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330651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0150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966889"/>
            <a:ext cx="1435001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3087439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323983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 기록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38770" y="3382714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계산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4800" y="486266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4800" y="4918174"/>
            <a:ext cx="87050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에이징/부스트로 기아 방지 · MLFQ 선점으로 짧은 요청 우선 · JFI로 공정성 측정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Figures - OS Scheduling for LLM API</dc:title>
  <dc:subject>PptxGenJS Presentation</dc:subject>
  <dc:creator>서민지 (C235180)</dc:creator>
  <cp:lastModifiedBy>서민지 (C235180)</cp:lastModifiedBy>
  <cp:revision>1</cp:revision>
  <dcterms:created xsi:type="dcterms:W3CDTF">2026-03-14T06:27:45Z</dcterms:created>
  <dcterms:modified xsi:type="dcterms:W3CDTF">2026-03-14T06:27:45Z</dcterms:modified>
</cp:coreProperties>
</file>