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04800"/>
            <a:ext cx="3385691" cy="336352"/>
          </a:xfrm>
          <a:prstGeom prst="rect">
            <a:avLst/>
          </a:prstGeom>
          <a:solidFill>
            <a:srgbClr val="333333"/>
          </a:solidFill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243" y="387251"/>
            <a:ext cx="328520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Operating System Domain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342656" y="396776"/>
            <a:ext cx="4677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9999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Mapping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77160" y="304800"/>
            <a:ext cx="3385840" cy="336352"/>
          </a:xfrm>
          <a:prstGeom prst="rect">
            <a:avLst/>
          </a:prstGeom>
          <a:solidFill>
            <a:srgbClr val="666666"/>
          </a:solidFill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27402" y="387251"/>
            <a:ext cx="328535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LLM API Domain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81000" y="768102"/>
            <a:ext cx="3407420" cy="333375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861096" y="853827"/>
            <a:ext cx="45617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Process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483001" y="777627"/>
            <a:ext cx="18140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74344" y="987177"/>
            <a:ext cx="60721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88888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Scheduling unit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5355580" y="768102"/>
            <a:ext cx="3407420" cy="333375"/>
          </a:xfrm>
          <a:prstGeom prst="rect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508403" y="853827"/>
            <a:ext cx="112365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LLM API Request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81000" y="1177677"/>
            <a:ext cx="3407420" cy="333375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771055" y="1263402"/>
            <a:ext cx="63970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CPU Time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483001" y="1187202"/>
            <a:ext cx="18140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→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214366" y="1396752"/>
            <a:ext cx="72942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88888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Allocated resource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55580" y="1177677"/>
            <a:ext cx="3407420" cy="333375"/>
          </a:xfrm>
          <a:prstGeom prst="rect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593681" y="1263402"/>
            <a:ext cx="94969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API Call Quota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81000" y="1587252"/>
            <a:ext cx="3407420" cy="333375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848148" y="1672977"/>
            <a:ext cx="48258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Priority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483001" y="1596777"/>
            <a:ext cx="18140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→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217789" y="1806327"/>
            <a:ext cx="72243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88888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Ordering criterion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5355580" y="1587252"/>
            <a:ext cx="3407420" cy="333375"/>
          </a:xfrm>
          <a:prstGeom prst="rect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338441" y="1672977"/>
            <a:ext cx="147053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Tenant Grade / Urgency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81000" y="1996827"/>
            <a:ext cx="3407420" cy="333375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1430982" y="2082552"/>
            <a:ext cx="133360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Scheduling Algorithm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483001" y="2006352"/>
            <a:ext cx="18140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→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271665" y="2215902"/>
            <a:ext cx="61253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88888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Dispatch policy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5355580" y="1996827"/>
            <a:ext cx="3407420" cy="333375"/>
          </a:xfrm>
          <a:prstGeom prst="rect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280993" y="2082552"/>
            <a:ext cx="158772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Request Processing Order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81000" y="2406402"/>
            <a:ext cx="3407420" cy="333375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1736973" y="2492127"/>
            <a:ext cx="70938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Preemption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483001" y="2415927"/>
            <a:ext cx="18140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→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199334" y="2625477"/>
            <a:ext cx="76023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88888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Control mechanism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5355580" y="2406402"/>
            <a:ext cx="3407420" cy="333375"/>
          </a:xfrm>
          <a:prstGeom prst="rect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035129" y="2492127"/>
            <a:ext cx="208928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Request Suspension / Queue Move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81000" y="4856262"/>
            <a:ext cx="8382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97180" y="4937224"/>
            <a:ext cx="854964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research applies proven OS scheduling theory to LLM API request management domain.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그림 3. 요청 처리 흐름도</dc:title>
  <dc:subject>PptxGenJS Presentation</dc:subject>
  <dc:creator>서민지 (C235180)</dc:creator>
  <cp:lastModifiedBy>서민지 (C235180)</cp:lastModifiedBy>
  <cp:revision>1</cp:revision>
  <dcterms:created xsi:type="dcterms:W3CDTF">2026-03-05T08:23:24Z</dcterms:created>
  <dcterms:modified xsi:type="dcterms:W3CDTF">2026-03-05T08:23:24Z</dcterms:modified>
</cp:coreProperties>
</file>