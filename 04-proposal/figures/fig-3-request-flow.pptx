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1: Request Ingestion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04800" y="460028"/>
            <a:ext cx="1561951" cy="6030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5805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32979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Call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01" y="837754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/api/requests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42951" y="65677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60028"/>
            <a:ext cx="4749998" cy="6030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32966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Layer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785366"/>
            <a:ext cx="45471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validation · Tenant identification · Priority assignment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023199" y="65677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60028"/>
            <a:ext cx="1561951" cy="6030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585341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37741"/>
            <a:ext cx="12953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Bucket check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10550" y="842516"/>
            <a:ext cx="1295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 if over limit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96544" y="1113681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335732"/>
            <a:ext cx="849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2: Scheduling Decision (Runtime-Swappable)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1516559"/>
            <a:ext cx="2076450" cy="504825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649909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7282" y="1792784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Arrival order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7450" y="1516559"/>
            <a:ext cx="2076450" cy="504825"/>
          </a:xfrm>
          <a:prstGeom prst="rect">
            <a:avLst/>
          </a:prstGeom>
          <a:solidFill>
            <a:srgbClr val="E8E8E8"/>
          </a:solidFill>
          <a:ln w="9525">
            <a:solidFill>
              <a:srgbClr val="5555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649909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49932" y="1792784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4-level + Aging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10100" y="1516559"/>
            <a:ext cx="2076450" cy="504825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602284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745159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queues + Preemption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840409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Q0:500ms Q1:1.5s Q2:4s Q3:∞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762750" y="1516559"/>
            <a:ext cx="2076450" cy="504825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602284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745159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Finish Time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1840409"/>
            <a:ext cx="1891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Weight: 100/50/10/1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484513" y="2059335"/>
            <a:ext cx="2218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PUT /api/scheduler → Runtime algorithm switch (no restart)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96544" y="2192536"/>
            <a:ext cx="1539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414588"/>
            <a:ext cx="849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3: Execution &amp; Response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595414"/>
            <a:ext cx="4749998" cy="6030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2768352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Manager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2920752"/>
            <a:ext cx="45471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Dequeue next request · Forward to LLM backend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30998" y="27921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595414"/>
            <a:ext cx="1688902" cy="603052"/>
          </a:xfrm>
          <a:prstGeom prst="rect">
            <a:avLst/>
          </a:prstGeom>
          <a:solidFill>
            <a:srgbClr val="333333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2768352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2920752"/>
            <a:ext cx="14248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inference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50150" y="2792164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595414"/>
            <a:ext cx="1435001" cy="603052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271596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2868364"/>
            <a:ext cx="11658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time logged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538770" y="2973139"/>
            <a:ext cx="11658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JFI calculated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4800" y="3299966"/>
            <a:ext cx="2777133" cy="4411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15826" y="337289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Starvation Prevention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5826" y="347766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Priority: Aging (auto-promote)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5826" y="357291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MLFQ: Periodic Boost (all → Q0)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83434" y="3299966"/>
            <a:ext cx="2777133" cy="4411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294459" y="337289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MLFQ Preemption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4459" y="347766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slice: 500ms check interval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4459" y="357291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Exceeds quantum → demote to lower queue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062067" y="3299966"/>
            <a:ext cx="2777133" cy="441127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73093" y="3372892"/>
            <a:ext cx="26061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Dual-Level Fairness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73093" y="347766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JFI: across all tenants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73093" y="3572917"/>
            <a:ext cx="26061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Tenant JFI: within same tier (0.92~0.98)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4800" y="4891236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4800" y="4946749"/>
            <a:ext cx="8705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Stack: Node.js 22 LTS + Express.js 4.18 | Storage: Memory Arrays + JSON Files | 307 tests, 99.76% coverage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그림 3. 요청 처리 흐름도</dc:title>
  <dc:subject>PptxGenJS Presentation</dc:subject>
  <dc:creator>서민지 (C235180)</dc:creator>
  <cp:lastModifiedBy>서민지 (C235180)</cp:lastModifiedBy>
  <cp:revision>1</cp:revision>
  <dcterms:created xsi:type="dcterms:W3CDTF">2026-03-05T17:48:22Z</dcterms:created>
  <dcterms:modified xsi:type="dcterms:W3CDTF">2026-03-05T17:48:22Z</dcterms:modified>
</cp:coreProperties>
</file>