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53901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272951"/>
            <a:ext cx="2590800" cy="415826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399901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Client Layer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194000" y="404664"/>
            <a:ext cx="1566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REST API Client · Dashboard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6544" y="784027"/>
            <a:ext cx="1539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1000" y="1031677"/>
            <a:ext cx="8382000" cy="558701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1050727"/>
            <a:ext cx="2590800" cy="520601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1177677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Layer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2450" y="1339602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(Express.js)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194000" y="1234827"/>
            <a:ext cx="36005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Mgmt · Scheduler Mgmt · Statistics/Fairness · Health Check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6544" y="1666577"/>
            <a:ext cx="1539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1000" y="1914227"/>
            <a:ext cx="8382000" cy="660202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0050" y="1984028"/>
            <a:ext cx="2590800" cy="520601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2450" y="2110978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Scheduler Engine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2450" y="2272903"/>
            <a:ext cx="2331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(Runtime-swappable)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194000" y="2034778"/>
            <a:ext cx="558701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30476" y="2082403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FCFS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828901" y="2034778"/>
            <a:ext cx="660202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65377" y="2082403"/>
            <a:ext cx="3949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Priority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5303" y="2034778"/>
            <a:ext cx="615851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01778" y="2082403"/>
            <a:ext cx="349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MLFQ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257354" y="2034778"/>
            <a:ext cx="546050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93829" y="2082403"/>
            <a:ext cx="2785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WFQ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879604" y="2034778"/>
            <a:ext cx="904577" cy="238125"/>
          </a:xfrm>
          <a:prstGeom prst="rect">
            <a:avLst/>
          </a:prstGeom>
          <a:noFill/>
          <a:ln w="9525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16079" y="2082403"/>
            <a:ext cx="644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Limiter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194000" y="2349103"/>
            <a:ext cx="219069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Features: Aging, Boost, Dual-level JFI measurement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496544" y="2650629"/>
            <a:ext cx="1539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1000" y="2898279"/>
            <a:ext cx="8382000" cy="453926"/>
          </a:xfrm>
          <a:prstGeom prst="rect">
            <a:avLst/>
          </a:prstGeom>
          <a:noFill/>
          <a:ln w="19050">
            <a:solidFill>
              <a:srgbClr val="3333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00050" y="2917329"/>
            <a:ext cx="2590800" cy="415826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52450" y="3044279"/>
            <a:ext cx="23317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 Layer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94000" y="3049042"/>
            <a:ext cx="3675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Memory Arrays (Queue) · JSON Files (Log) · Ollama (LLM Backend)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1000" y="4881711"/>
            <a:ext cx="838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1000" y="4937224"/>
            <a:ext cx="85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9999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Stack: Node.js 22 LTS + Express.js 4.18 + Jest 29.x (307 tests, 99.76% coverage)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그림 2. 시스템 아키텍처 (4계층 구조)</dc:title>
  <dc:subject>PptxGenJS Presentation</dc:subject>
  <dc:creator>서민지 (C235180)</dc:creator>
  <cp:lastModifiedBy>서민지 (C235180)</cp:lastModifiedBy>
  <cp:revision>1</cp:revision>
  <dcterms:created xsi:type="dcterms:W3CDTF">2026-03-05T08:23:24Z</dcterms:created>
  <dcterms:modified xsi:type="dcterms:W3CDTF">2026-03-05T08:23:24Z</dcterms:modified>
</cp:coreProperties>
</file>