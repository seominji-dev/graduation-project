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566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Client ·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6544" y="784027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31677"/>
            <a:ext cx="8382000" cy="55870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50727"/>
            <a:ext cx="2590800" cy="520601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77677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39602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(Express.js)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94000" y="1234827"/>
            <a:ext cx="3600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Mgmt · Scheduler Mgmt · Statistics/Fairness · Health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6544" y="1666577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14227"/>
            <a:ext cx="8382000" cy="660202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4028"/>
            <a:ext cx="2590800" cy="5206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1097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Scheduler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72903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(Runtime-swappable)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94000" y="2034778"/>
            <a:ext cx="558701" cy="23812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0476" y="2082403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28901" y="2034778"/>
            <a:ext cx="660202" cy="23812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65377" y="2082403"/>
            <a:ext cx="3949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5303" y="2034778"/>
            <a:ext cx="615851" cy="23812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01778" y="2082403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354" y="2034778"/>
            <a:ext cx="546050" cy="23812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93829" y="2082403"/>
            <a:ext cx="278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WFQ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79604" y="2034778"/>
            <a:ext cx="904577" cy="23812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16079" y="2082403"/>
            <a:ext cx="644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94000" y="2349103"/>
            <a:ext cx="21906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Aging, Boost, Dual-level JFI measurement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96544" y="2650629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1000" y="2898279"/>
            <a:ext cx="8382000" cy="4539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0050" y="2917329"/>
            <a:ext cx="2590800" cy="415826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450" y="3044279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94000" y="3049042"/>
            <a:ext cx="36757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Memory Arrays (Queue) · JSON Files (Log) · Ollama (LLM Backend)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1000" y="4881711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000" y="4937224"/>
            <a:ext cx="85496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Stack: Node.js 22 LTS + Express.js 4.18 + Jest 29.x (307 tests, 99.76% coverage)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그림 2. 시스템 아키텍처 (4계층 구조)</dc:title>
  <dc:subject>PptxGenJS Presentation</dc:subject>
  <dc:creator>서민지 (C235180)</dc:creator>
  <cp:lastModifiedBy>서민지 (C235180)</cp:lastModifiedBy>
  <cp:revision>1</cp:revision>
  <dcterms:created xsi:type="dcterms:W3CDTF">2026-03-05T17:48:21Z</dcterms:created>
  <dcterms:modified xsi:type="dcterms:W3CDTF">2026-03-05T17:48:21Z</dcterms:modified>
</cp:coreProperties>
</file>