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 계층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7330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클라이언트 · 대시보드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7288" y="7840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41202"/>
            <a:ext cx="8382000" cy="5682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60252"/>
            <a:ext cx="2590800" cy="5301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87202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계층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49127"/>
            <a:ext cx="23317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(Express.js)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94000" y="1249114"/>
            <a:ext cx="2596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관리 · 스케줄러 관리 · 통계/공정성 · 상태 확인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7288" y="1685627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42802"/>
            <a:ext cx="8382000" cy="669727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2007840"/>
            <a:ext cx="2590800" cy="53965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3479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 엔진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96716"/>
            <a:ext cx="2331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(런타임 교체 가능)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4000" y="2063353"/>
            <a:ext cx="57150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0476" y="2110978"/>
            <a:ext cx="3045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1700" y="2063353"/>
            <a:ext cx="673150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78176" y="2110978"/>
            <a:ext cx="4082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91050" y="2063353"/>
            <a:ext cx="59680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7525" y="2110978"/>
            <a:ext cx="3303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MLFQ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64051" y="2063353"/>
            <a:ext cx="539651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00526" y="2110978"/>
            <a:ext cx="272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WFQ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79902" y="2063353"/>
            <a:ext cx="933599" cy="228600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16377" y="2110978"/>
            <a:ext cx="6738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94000" y="2368153"/>
            <a:ext cx="1657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기능: 에이징, 부스트, 이중 수준 JFI 측정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97288" y="2688729"/>
            <a:ext cx="1524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1000" y="2945904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00050" y="2964954"/>
            <a:ext cx="2590800" cy="4158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450" y="3091904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계층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94000" y="3096667"/>
            <a:ext cx="3154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배열 (큐) · JSON 파일 (로그) · Ollama (LLM 백엔드)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1000" y="4872186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1000" y="4927699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22 LTS + Express.js 4.18 + Jest 29.x (307 tests, 99.76% coverage)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그림 2. 시스템 아키텍처 (4계층 구조)</dc:title>
  <dc:subject>PptxGenJS Presentation</dc:subject>
  <dc:creator>서민지 (C235180)</dc:creator>
  <cp:lastModifiedBy>서민지 (C235180)</cp:lastModifiedBy>
  <cp:revision>1</cp:revision>
  <dcterms:created xsi:type="dcterms:W3CDTF">2026-03-07T11:01:28Z</dcterms:created>
  <dcterms:modified xsi:type="dcterms:W3CDTF">2026-03-07T11:01:28Z</dcterms:modified>
</cp:coreProperties>
</file>