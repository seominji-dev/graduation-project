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052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4244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020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747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47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747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747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47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747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08200" y="304800"/>
            <a:ext cx="2000399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17725" y="314325"/>
            <a:ext cx="1981349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01443" y="390525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7401" y="809476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44676" y="1290340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4676" y="1104602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44676" y="1383804"/>
            <a:ext cx="1727448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44676" y="2096393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4676" y="1910655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44676" y="2189857"/>
            <a:ext cx="1761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3555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4507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28793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75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7202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202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202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202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202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275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7227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55994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8195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9922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922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9922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9922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922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9922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1000" y="3899595"/>
            <a:ext cx="8401050" cy="577453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90525" y="3909120"/>
            <a:ext cx="8382000" cy="298252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7475" y="39725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550640" y="39915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7475" y="4270772"/>
            <a:ext cx="13017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047577" y="4270772"/>
            <a:ext cx="985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67521" y="4270772"/>
            <a:ext cx="127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1000" y="4613523"/>
            <a:ext cx="83820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1000" y="466114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12406" y="4661148"/>
            <a:ext cx="11415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성능 최적화  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87234" y="466114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그림 1. 스케줄링 알고리즘 개념 비교</dc:title>
  <dc:subject>PptxGenJS Presentation</dc:subject>
  <dc:creator>서민지 (C235180)</dc:creator>
  <cp:lastModifiedBy>서민지 (C235180)</cp:lastModifiedBy>
  <cp:revision>1</cp:revision>
  <dcterms:created xsi:type="dcterms:W3CDTF">2026-03-07T11:01:27Z</dcterms:created>
  <dcterms:modified xsi:type="dcterms:W3CDTF">2026-03-07T11:01:27Z</dcterms:modified>
</cp:coreProperties>
</file>