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35566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First-Come First-Served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FIFO queue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Non-preemptive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O(1) scheduling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32707"/>
            <a:ext cx="1761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Convoy effect; no service differentiation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35566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Priority-based + Aging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4-level priority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Aging for starvation prevention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priority adjustment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392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85350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32707"/>
            <a:ext cx="17619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starvation without aging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35566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Multi-Level Feedback Queue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Adaptive classification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quantum per level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Preemptive scheduling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Parameter tuning complexity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35566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Weighted Fair Queuing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Weight-proportional service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Virtual Finish Time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JFI fairness metric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Computational overhead of VFT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81000" y="3937695"/>
            <a:ext cx="8401050" cy="558403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90525" y="3947220"/>
            <a:ext cx="8382000" cy="298252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17475" y="4010620"/>
            <a:ext cx="8589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511945" y="4039195"/>
            <a:ext cx="10929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Bucket Algorithm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17475" y="4308872"/>
            <a:ext cx="18805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Per-tenant request frequency control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615059" y="4308872"/>
            <a:ext cx="17150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Mechanism: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Burst capacity regulation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50420" y="4308872"/>
            <a:ext cx="184943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Overload prevention (auxiliary)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81000" y="463257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1000" y="4680198"/>
            <a:ext cx="2819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312914" y="4680198"/>
            <a:ext cx="24823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Complexity / Performance Optimization  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401943" y="4680198"/>
            <a:ext cx="3682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그림 1. 스케줄링 알고리즘 개념 비교</dc:title>
  <dc:subject>PptxGenJS Presentation</dc:subject>
  <dc:creator>서민지 (C235180)</dc:creator>
  <cp:lastModifiedBy>서민지 (C235180)</cp:lastModifiedBy>
  <cp:revision>1</cp:revision>
  <dcterms:created xsi:type="dcterms:W3CDTF">2026-03-05T17:48:21Z</dcterms:created>
  <dcterms:modified xsi:type="dcterms:W3CDTF">2026-03-05T17:48:21Z</dcterms:modified>
</cp:coreProperties>
</file>