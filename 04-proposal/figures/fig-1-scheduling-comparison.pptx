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2000250" cy="41912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9052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7424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FCFS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020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First-Come First-Served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747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47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17475" y="1383804"/>
            <a:ext cx="1727299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 FIFO queue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Non-preemptive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O(1) scheduling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17475" y="20392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7475" y="185350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7475" y="2132707"/>
            <a:ext cx="1761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Convoy effect; no service differentiation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508200" y="304800"/>
            <a:ext cx="2000399" cy="41912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517725" y="314325"/>
            <a:ext cx="1981349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601443" y="390525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27401" y="809476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Priority-based + Aging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44676" y="1290340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44676" y="1104602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644676" y="1383804"/>
            <a:ext cx="1727448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4-level priority (URGENT~LOW)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Aging for starvation prevention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priority adjustment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644676" y="2039243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4676" y="1853505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644676" y="2132707"/>
            <a:ext cx="17619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Potential starvation without aging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35550" y="304800"/>
            <a:ext cx="2000250" cy="41912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450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28793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7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Multi-Level Feedback Queue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720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20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2025" y="1383804"/>
            <a:ext cx="1727299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Adaptive classification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quantum per level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Preemptive scheduling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72025" y="20392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2025" y="185350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72025" y="2132707"/>
            <a:ext cx="17618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Parameter tuning complexity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2750" y="304800"/>
            <a:ext cx="2000250" cy="4191298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7722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85599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WFQ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819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Weighted Fair Queuing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8992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992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899225" y="1383804"/>
            <a:ext cx="1727299" cy="3429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Weight-proportional service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Virtual Finish Time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JFI fairness metric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899225" y="203924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99225" y="185350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899225" y="2132707"/>
            <a:ext cx="17618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Computational overhead of VFT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81000" y="4632573"/>
            <a:ext cx="838200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1000" y="4680198"/>
            <a:ext cx="28190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312914" y="4680198"/>
            <a:ext cx="248231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Implementation Complexity / Performance Optimization  →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401943" y="4680198"/>
            <a:ext cx="3682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Complex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[1] Silberschatz et al., Operating System Concepts, 10th ed., 2018.  [2] Arpaci-Dusseau, OSTEP, 2018.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그림 1. 스케줄링 알고리즘 개념 비교</dc:title>
  <dc:subject>PptxGenJS Presentation</dc:subject>
  <dc:creator>서민지 (C235180)</dc:creator>
  <cp:lastModifiedBy>서민지 (C235180)</cp:lastModifiedBy>
  <cp:revision>1</cp:revision>
  <dcterms:created xsi:type="dcterms:W3CDTF">2026-03-05T08:23:23Z</dcterms:created>
  <dcterms:modified xsi:type="dcterms:W3CDTF">2026-03-05T08:23:23Z</dcterms:modified>
</cp:coreProperties>
</file>