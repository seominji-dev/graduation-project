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등급/긴급도 기반 우선순위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2233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028081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316807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특성 관찰 후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큐 구조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가중치 비례 배분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모델 근사 구현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계산 부담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Silberschatz et al., Operating System Concepts, 10th ed., 2018.  [4] Arpaci-Dusseau, OSTEP, v1.10, 2023.  [5] Kurose &amp; Ross, Computer Networking, 9th ed., 2025.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203150"/>
            <a:ext cx="3746599" cy="403027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04800" y="596652"/>
            <a:ext cx="3746599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6823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프로세스 스케줄링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800" y="682377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50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(Process)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6250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시간을 할당받는 기본 단위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800" y="1294954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6250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 배분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6250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 퀀텀 단위로 분할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800" y="1907530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250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(Preemptive)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6250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프로세스를 중단 가능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800" y="2520107"/>
            <a:ext cx="3746599" cy="526852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6250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250" y="2793057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FCFS, Priority, MLFQ, WFQ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70350" y="1282898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70350" y="2019449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0012" y="2755999"/>
            <a:ext cx="3915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470350" y="3492550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92601" y="203150"/>
            <a:ext cx="3746599" cy="403027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092601" y="596652"/>
            <a:ext cx="3746599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84624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 관리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92601" y="68237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64051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64051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시간을 할당받는 단위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92601" y="1294954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264051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 배분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64051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등급에 따른 자원 배분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92601" y="1907530"/>
            <a:ext cx="3746599" cy="536377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264051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 (Non-preemptive)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64051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추론은 중단 불가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92601" y="252010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64051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처리 순서 결정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64051" y="2793057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환경에 맞게 적응 필요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4800" y="4464397"/>
            <a:ext cx="8534400" cy="393502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6100" y="4584948"/>
            <a:ext cx="8251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과제: OS 스케줄링 알고리즘을 LLM 환경에 어떻게 적용할 수 있을까?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OS에서는 실행 중인 작업을 중단할 수 있지만, LLM 추론은 중단이 어려움 → 이 차이를 어떻게 해결할지가 주요 과제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2026-03-21T15:45:03Z</dcterms:created>
  <dcterms:modified xsi:type="dcterms:W3CDTF">2026-03-21T15:45:03Z</dcterms:modified>
</cp:coreProperties>
</file>