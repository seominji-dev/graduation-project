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 (비교 대상)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100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052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424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020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747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47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747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747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47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08200" y="498425"/>
            <a:ext cx="2000399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17725" y="507950"/>
            <a:ext cx="1981349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1443" y="584150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27401" y="100310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44676" y="1503015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44676" y="1307753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44676" y="1596479"/>
            <a:ext cx="1727448" cy="60007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우선순위 (URGENT~LOW)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우선순위 조정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44676" y="2518618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4676" y="2323356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44676" y="261208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355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50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28793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7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20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20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202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 분류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큐별 타임 퀀텀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스케줄링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7202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202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202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2750" y="498425"/>
            <a:ext cx="2000250" cy="306794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22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599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19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992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992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9922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서비스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 계산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공정성 지표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9922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922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9922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VFT 계산 부담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1000" y="3667869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기능 (전처리 단계)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861495"/>
            <a:ext cx="8401050" cy="596503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90525" y="3871020"/>
            <a:ext cx="8382000" cy="298252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7475" y="39344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550640" y="39534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17475" y="4232672"/>
            <a:ext cx="14545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197447" y="4232672"/>
            <a:ext cx="1101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530947" y="4232672"/>
            <a:ext cx="143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81000" y="4594473"/>
            <a:ext cx="8382000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1000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2159" y="4642098"/>
            <a:ext cx="12850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기능 다양성  →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565207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1769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87276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4917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94000" y="1258639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70467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61852"/>
            <a:ext cx="8382000" cy="587276"/>
          </a:xfrm>
          <a:prstGeom prst="rect">
            <a:avLst/>
          </a:prstGeom>
          <a:noFill/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1980902"/>
            <a:ext cx="2590800" cy="54917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07853"/>
            <a:ext cx="23317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60253"/>
            <a:ext cx="2331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(전처리 단계)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194000" y="2179290"/>
            <a:ext cx="3008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 · 테넌트별 요청 빈도 제한 · 과부하 방지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97288" y="2625328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1000" y="2882503"/>
            <a:ext cx="8382000" cy="698302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00050" y="2952304"/>
            <a:ext cx="2590800" cy="558701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52450" y="3079254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450" y="3241179"/>
            <a:ext cx="2331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94000" y="3003054"/>
            <a:ext cx="604540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30476" y="3050679"/>
            <a:ext cx="338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74740" y="3003054"/>
            <a:ext cx="717500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011216" y="3050679"/>
            <a:ext cx="4534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68441" y="3003054"/>
            <a:ext cx="632668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4916" y="3050679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77309" y="3003054"/>
            <a:ext cx="569119" cy="238125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513784" y="3050679"/>
            <a:ext cx="3020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94000" y="3317379"/>
            <a:ext cx="1998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두 가지 수준 JFI 측정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97288" y="3657005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81000" y="3914180"/>
            <a:ext cx="5857429" cy="596801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00050" y="4004667"/>
            <a:ext cx="2590800" cy="415826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2450" y="4131618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94000" y="4136380"/>
            <a:ext cx="1890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39929" y="3914180"/>
            <a:ext cx="2423071" cy="596801"/>
          </a:xfrm>
          <a:prstGeom prst="rect">
            <a:avLst/>
          </a:prstGeom>
          <a:noFill/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58979" y="3933230"/>
            <a:ext cx="992981" cy="558701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11379" y="4060180"/>
            <a:ext cx="7019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백엔드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1379" y="4222105"/>
            <a:ext cx="7019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서비스)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5111" y="4141143"/>
            <a:ext cx="4103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57393" y="4150668"/>
            <a:ext cx="5950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 엔진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79202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1: 요청 수신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04800" y="498128"/>
            <a:ext cx="1561951" cy="669727"/>
          </a:xfrm>
          <a:prstGeom prst="rect">
            <a:avLst/>
          </a:prstGeom>
          <a:solidFill>
            <a:srgbClr val="2B579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101" y="618679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8101" y="77107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호출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8101" y="913954"/>
            <a:ext cx="12953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42951" y="7282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7001" y="498128"/>
            <a:ext cx="4749998" cy="669727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98421" y="685354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98421" y="837754"/>
            <a:ext cx="4547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검증 · 테넌트 식별 · 우선순위 할당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23199" y="7282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7249" y="498128"/>
            <a:ext cx="1561951" cy="669727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0550" y="62344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10550" y="766316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확인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10550" y="909191"/>
            <a:ext cx="12953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 시 거부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97288" y="121845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1450032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2: 스케줄링 결정 (런타임 교체 가능)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4800" y="1668959"/>
            <a:ext cx="2076450" cy="647700"/>
          </a:xfrm>
          <a:prstGeom prst="rect">
            <a:avLst/>
          </a:prstGeom>
          <a:solidFill>
            <a:srgbClr val="E8E8E8"/>
          </a:solidFill>
          <a:ln w="9525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7282" y="1854696"/>
            <a:ext cx="18914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7282" y="19975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순서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457450" y="1668959"/>
            <a:ext cx="2076450" cy="647700"/>
          </a:xfrm>
          <a:prstGeom prst="rect">
            <a:avLst/>
          </a:prstGeom>
          <a:solidFill>
            <a:srgbClr val="E8E8E8"/>
          </a:solidFill>
          <a:ln w="9525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549932" y="1854696"/>
            <a:ext cx="18914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49932" y="19975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+ 에이징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10100" y="1668959"/>
            <a:ext cx="2076450" cy="64770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02582" y="17546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2582" y="18880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큐 + 선점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02582" y="1992809"/>
            <a:ext cx="18914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Q0:500ms Q1:1,500ms Q2:4,000ms Q3:무제한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762750" y="1668959"/>
            <a:ext cx="2076450" cy="64770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5232" y="181183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5232" y="194518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5232" y="2049959"/>
            <a:ext cx="18914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100/50/10/1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13212" y="2354610"/>
            <a:ext cx="25679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PUT /api/scheduler → 런타임 알고리즘 전환 (재시작 불필요)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97288" y="251638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2747963"/>
            <a:ext cx="8498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3: 실행 및 응답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04800" y="2966889"/>
            <a:ext cx="4749998" cy="679252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06220" y="3158877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06220" y="3311277"/>
            <a:ext cx="4547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요청 추출 · LLM 백엔드로 전달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30998" y="3201739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85048" y="2966889"/>
            <a:ext cx="1688902" cy="679252"/>
          </a:xfrm>
          <a:prstGeom prst="rect">
            <a:avLst/>
          </a:prstGeom>
          <a:solidFill>
            <a:srgbClr val="2B579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17079" y="316363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(LLM)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7079" y="3306514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150150" y="3201739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04199" y="2966889"/>
            <a:ext cx="1435001" cy="679252"/>
          </a:xfrm>
          <a:prstGeom prst="rect">
            <a:avLst/>
          </a:prstGeom>
          <a:solidFill>
            <a:srgbClr val="F5F5F5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38770" y="3087439"/>
            <a:ext cx="11658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538770" y="3239839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대기시간 기록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538770" y="3382714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계산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에이징/부스트로 기아 방지 · MLFQ 선점으로 짧은 요청 우선 · JFI로 공정성 측정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2026-03-12T02:26:29Z</dcterms:created>
  <dcterms:modified xsi:type="dcterms:W3CDTF">2026-03-12T02:26:29Z</dcterms:modified>
</cp:coreProperties>
</file>