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959572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959572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304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등급/긴급도 기반 우선순위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223343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028081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316807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959572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304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특성 관찰 후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큐 구조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2233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0280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3168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959572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304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가중치 비례 배분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지표(JFI) 측정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2233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0280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3168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계산 부담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03150"/>
            <a:ext cx="3746599" cy="403027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596652"/>
            <a:ext cx="3746599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6823" y="304651"/>
            <a:ext cx="35625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프로세스 스케줄링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682377"/>
            <a:ext cx="3746599" cy="536377"/>
          </a:xfrm>
          <a:prstGeom prst="rect">
            <a:avLst/>
          </a:prstGeom>
          <a:solidFill>
            <a:srgbClr val="F0F4F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802928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(Process)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6250" y="955328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시간을 할당받는 기본 단위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1294954"/>
            <a:ext cx="3746599" cy="536377"/>
          </a:xfrm>
          <a:prstGeom prst="rect">
            <a:avLst/>
          </a:prstGeom>
          <a:solidFill>
            <a:srgbClr val="F0F4F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1415504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시간 배분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6250" y="1567904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 퀀텀 단위로 분할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800" y="1907530"/>
            <a:ext cx="3746599" cy="536377"/>
          </a:xfrm>
          <a:prstGeom prst="rect">
            <a:avLst/>
          </a:prstGeom>
          <a:solidFill>
            <a:srgbClr val="F0F4F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2028081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(Preemptive)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6250" y="2180481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 프로세스를 중단 가능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800" y="2520107"/>
            <a:ext cx="3746599" cy="526852"/>
          </a:xfrm>
          <a:prstGeom prst="rect">
            <a:avLst/>
          </a:prstGeom>
          <a:solidFill>
            <a:srgbClr val="F0F4F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2640657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6250" y="2793057"/>
            <a:ext cx="3471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FCFS, Priority, MLFQ, WFQ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70350" y="1282898"/>
            <a:ext cx="207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70350" y="2019449"/>
            <a:ext cx="207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0012" y="2755999"/>
            <a:ext cx="39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0350" y="3492550"/>
            <a:ext cx="207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2601" y="203150"/>
            <a:ext cx="3746599" cy="403027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92601" y="596652"/>
            <a:ext cx="3746599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24" y="304651"/>
            <a:ext cx="35625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요청 관리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92601" y="682377"/>
            <a:ext cx="3746599" cy="536377"/>
          </a:xfrm>
          <a:prstGeom prst="rect">
            <a:avLst/>
          </a:prstGeom>
          <a:solidFill>
            <a:srgbClr val="F0F6FC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64051" y="802928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요청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64051" y="955328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 시간을 할당받는 단위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92601" y="1294954"/>
            <a:ext cx="3746599" cy="536377"/>
          </a:xfrm>
          <a:prstGeom prst="rect">
            <a:avLst/>
          </a:prstGeom>
          <a:solidFill>
            <a:srgbClr val="F0F6FC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64051" y="1415504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 시간 배분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64051" y="1567904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등급에 따른 자원 배분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92601" y="1907530"/>
            <a:ext cx="3746599" cy="536377"/>
          </a:xfrm>
          <a:prstGeom prst="rect">
            <a:avLst/>
          </a:prstGeom>
          <a:solidFill>
            <a:srgbClr val="FDF2F2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64051" y="2028081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 (Non-preemptive)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64051" y="2180481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추론은 중단 불가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92601" y="2520107"/>
            <a:ext cx="3746599" cy="536377"/>
          </a:xfrm>
          <a:prstGeom prst="rect">
            <a:avLst/>
          </a:prstGeom>
          <a:solidFill>
            <a:srgbClr val="F0F6FC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64051" y="2640657"/>
            <a:ext cx="3471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처리 순서 결정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64051" y="2793057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환경에 맞게 적응 필요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4800" y="4464397"/>
            <a:ext cx="8534400" cy="393502"/>
          </a:xfrm>
          <a:prstGeom prst="rect">
            <a:avLst/>
          </a:prstGeom>
          <a:solidFill>
            <a:srgbClr val="FDF2F2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6100" y="4584948"/>
            <a:ext cx="82517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과제: OS 스케줄링 알고리즘을 LLM 환경에 어떻게 적용할 수 있을까?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OS에서는 실행 중인 작업을 중단할 수 있지만, LLM 추론은 중단이 어려움 → 이 차이를 어떻게 해결할지가 주요 과제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2026-03-20T14:34:16Z</dcterms:created>
  <dcterms:modified xsi:type="dcterms:W3CDTF">2026-03-20T14:34:16Z</dcterms:modified>
</cp:coreProperties>
</file>