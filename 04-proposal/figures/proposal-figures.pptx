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알고리즘 (비교 대상)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8100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9052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424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020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선착순 처리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747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747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17475" y="1596479"/>
            <a:ext cx="1727299" cy="457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FIFO 큐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O(1) 스케줄링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17475" y="23757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475" y="21804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7475" y="24692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호위 효과 발생, 차등 서비스 불가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08200" y="498425"/>
            <a:ext cx="2000399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517725" y="507950"/>
            <a:ext cx="1981349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01443" y="584150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27401" y="1003102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기반 + 에이징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44676" y="1503015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44676" y="1307753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44676" y="1596479"/>
            <a:ext cx="1727448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등급/긴급도 기반 우선순위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에이징으로 기아 방지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44676" y="2223343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4676" y="2028081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44676" y="2316807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 없으면 기아 발생 가능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3555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6450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28793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547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피드백 큐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720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720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72025" y="1596479"/>
            <a:ext cx="1727299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특성 관찰 후 분류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큐 구조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72025" y="22233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2025" y="20280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72025" y="23168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튜닝 복잡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76275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7722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5599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819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공정 큐잉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992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992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99225" y="1596479"/>
            <a:ext cx="1727299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등급별 가중치 비례 배분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공정성 지표(JFI) 측정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99225" y="22233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99225" y="20280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899225" y="23168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계산 부담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81000" y="3667869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기능 (전처리 단계)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81000" y="3861495"/>
            <a:ext cx="8401050" cy="59650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390525" y="3871020"/>
            <a:ext cx="8382000" cy="298252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17475" y="3934420"/>
            <a:ext cx="8983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550640" y="3953470"/>
            <a:ext cx="8229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D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알고리즘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17475" y="4232672"/>
            <a:ext cx="14545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테넌트별 요청 빈도 제한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2197447" y="4232672"/>
            <a:ext cx="1101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버스트 용량 제어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530947" y="4232672"/>
            <a:ext cx="143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과부하 방지 (보조 수단)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81000" y="4594473"/>
            <a:ext cx="8382000" cy="0"/>
          </a:xfrm>
          <a:prstGeom prst="line">
            <a:avLst/>
          </a:prstGeom>
          <a:noFill/>
          <a:ln w="19050">
            <a:solidFill>
              <a:srgbClr val="2B579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1000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942159" y="4642098"/>
            <a:ext cx="12850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복잡도 / 기능 다양성  →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565207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Silberschatz et al., Operating System Concepts, 10th ed., 2018.  [2] Arpaci-Dusseau, OSTEP, v1.10, 2023.  [3] Kurose &amp; Ross, Computer Networking, 8th ed., 2021.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203150"/>
            <a:ext cx="3746599" cy="403027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304800" y="596652"/>
            <a:ext cx="3746599" cy="0"/>
          </a:xfrm>
          <a:prstGeom prst="line">
            <a:avLst/>
          </a:prstGeom>
          <a:noFill/>
          <a:ln w="1905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6823" y="304651"/>
            <a:ext cx="35625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프로세스 스케줄링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800" y="682377"/>
            <a:ext cx="3746599" cy="536377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76250" y="802928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(Process)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76250" y="955328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시간을 할당받는 기본 단위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800" y="1294954"/>
            <a:ext cx="3746599" cy="536377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6250" y="1415504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시간 배분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6250" y="1567904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 퀀텀 단위로 분할 할당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800" y="1907530"/>
            <a:ext cx="3746599" cy="536377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76250" y="2028081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선점형 (Preemptive)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6250" y="2180481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 프로세스를 중단 가능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800" y="2520107"/>
            <a:ext cx="3746599" cy="526852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6250" y="2640657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알고리즘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250" y="2793057"/>
            <a:ext cx="34717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FCFS, Priority, MLFQ, WFQ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70350" y="1282898"/>
            <a:ext cx="2073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70350" y="2019449"/>
            <a:ext cx="2073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80012" y="2755999"/>
            <a:ext cx="39150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?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470350" y="3492550"/>
            <a:ext cx="2073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92601" y="203150"/>
            <a:ext cx="3746599" cy="403027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092601" y="596652"/>
            <a:ext cx="3746599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84624" y="304651"/>
            <a:ext cx="35625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API 요청 관리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92601" y="682377"/>
            <a:ext cx="3746599" cy="536377"/>
          </a:xfrm>
          <a:prstGeom prst="rect">
            <a:avLst/>
          </a:prstGeom>
          <a:solidFill>
            <a:srgbClr val="F0F6FC"/>
          </a:solidFill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264051" y="802928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API 요청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264051" y="955328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 시간을 할당받는 단위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92601" y="1294954"/>
            <a:ext cx="3746599" cy="536377"/>
          </a:xfrm>
          <a:prstGeom prst="rect">
            <a:avLst/>
          </a:prstGeom>
          <a:solidFill>
            <a:srgbClr val="F0F6FC"/>
          </a:solidFill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264051" y="1415504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 시간 배분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64051" y="1567904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테넌트 등급에 따른 자원 배분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92601" y="1907530"/>
            <a:ext cx="3746599" cy="536377"/>
          </a:xfrm>
          <a:prstGeom prst="rect">
            <a:avLst/>
          </a:prstGeom>
          <a:solidFill>
            <a:srgbClr val="FDF2F2"/>
          </a:solidFill>
          <a:ln w="19050">
            <a:solidFill>
              <a:srgbClr val="C0392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264051" y="2028081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 (Non-preemptive)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264051" y="2180481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추론은 중단 불가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92601" y="2520107"/>
            <a:ext cx="3746599" cy="536377"/>
          </a:xfrm>
          <a:prstGeom prst="rect">
            <a:avLst/>
          </a:prstGeom>
          <a:solidFill>
            <a:srgbClr val="F0F6FC"/>
          </a:solidFill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264051" y="2640657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처리 순서 결정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64051" y="2793057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환경에 맞게 적응 필요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04800" y="4464397"/>
            <a:ext cx="8534400" cy="393502"/>
          </a:xfrm>
          <a:prstGeom prst="rect">
            <a:avLst/>
          </a:prstGeom>
          <a:solidFill>
            <a:srgbClr val="FDF2F2"/>
          </a:solidFill>
          <a:ln w="19050">
            <a:solidFill>
              <a:srgbClr val="C0392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46100" y="4584948"/>
            <a:ext cx="82517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연구 과제: 선점형 OS 스케줄링을 비선점형 LLM 환경에 어떻게 적응시킬 것인가?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4800" y="4862661"/>
            <a:ext cx="8534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800" y="4918174"/>
            <a:ext cx="87050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MLFQ의 타임 퀀텀 초과 시 강등 → LLM에서는 요청 완료 후 피드백 기반 큐 재배치로 변환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Figures - OS Scheduling for LLM API</dc:title>
  <dc:subject>PptxGenJS Presentation</dc:subject>
  <dc:creator>서민지 (C235180)</dc:creator>
  <cp:lastModifiedBy>서민지 (C235180)</cp:lastModifiedBy>
  <cp:revision>1</cp:revision>
  <dcterms:created xsi:type="dcterms:W3CDTF">2026-03-20T14:06:23Z</dcterms:created>
  <dcterms:modified xsi:type="dcterms:W3CDTF">2026-03-20T14:06:23Z</dcterms:modified>
</cp:coreProperties>
</file>