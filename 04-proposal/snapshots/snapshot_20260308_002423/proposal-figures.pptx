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2000250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0525" y="314325"/>
            <a:ext cx="1981200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4244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0202" y="80947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7475" y="129034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475" y="110460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7475" y="1383804"/>
            <a:ext cx="1727299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7475" y="209639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475" y="1910655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7475" y="21898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08200" y="304800"/>
            <a:ext cx="2000399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17725" y="314325"/>
            <a:ext cx="1981349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01443" y="390525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7401" y="809476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44676" y="1290340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4676" y="1104602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44676" y="1383804"/>
            <a:ext cx="1727448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44676" y="2096393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44676" y="1910655"/>
            <a:ext cx="1761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44676" y="2189857"/>
            <a:ext cx="1761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35550" y="304800"/>
            <a:ext cx="2000250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45075" y="314325"/>
            <a:ext cx="1981200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28793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752" y="80947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72025" y="129034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2025" y="110460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2025" y="1383804"/>
            <a:ext cx="1727299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스케줄링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2025" y="209639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2025" y="1910655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2025" y="21898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2750" y="304800"/>
            <a:ext cx="2000250" cy="351859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72275" y="314325"/>
            <a:ext cx="1981200" cy="342900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55994" y="390525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81952" y="809476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99225" y="1290340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9225" y="110460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99225" y="1383804"/>
            <a:ext cx="1727299" cy="40005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850" dirty="0"/>
          </a:p>
          <a:p>
            <a:pPr algn="l" marL="88900" indent="-88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99225" y="209639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9225" y="1910655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99225" y="218985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1000" y="3899595"/>
            <a:ext cx="8401050" cy="577453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90525" y="3909120"/>
            <a:ext cx="8382000" cy="298252"/>
          </a:xfrm>
          <a:prstGeom prst="rect">
            <a:avLst/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7475" y="39725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550640" y="39915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17475" y="4270772"/>
            <a:ext cx="13017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047577" y="4270772"/>
            <a:ext cx="985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67521" y="4270772"/>
            <a:ext cx="1279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1000" y="4613523"/>
            <a:ext cx="83820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1000" y="4661148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12406" y="4661148"/>
            <a:ext cx="11415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성능 최적화  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87234" y="4661148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계층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733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클라이언트 · 대시보드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7288" y="7840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41202"/>
            <a:ext cx="8382000" cy="568226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60252"/>
            <a:ext cx="2590800" cy="530126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87202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49127"/>
            <a:ext cx="23317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(Express.js)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94000" y="1249114"/>
            <a:ext cx="2596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 · 스케줄러 관리 · 통계/공정성 · 상태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7288" y="16856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42802"/>
            <a:ext cx="8382000" cy="669727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2007840"/>
            <a:ext cx="2590800" cy="53965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3479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엔진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296716"/>
            <a:ext cx="2331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(런타임 교체 가능)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94000" y="2063353"/>
            <a:ext cx="571500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30476" y="2110978"/>
            <a:ext cx="3045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1700" y="2063353"/>
            <a:ext cx="673150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78176" y="2110978"/>
            <a:ext cx="4082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91050" y="2063353"/>
            <a:ext cx="596801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27525" y="2110978"/>
            <a:ext cx="3303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64051" y="2063353"/>
            <a:ext cx="539651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00526" y="2110978"/>
            <a:ext cx="272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79902" y="2063353"/>
            <a:ext cx="933599" cy="228600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16377" y="2110978"/>
            <a:ext cx="673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94000" y="2368153"/>
            <a:ext cx="1657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에이징, 부스트, 이중 수준 JFI 측정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97288" y="2688729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1000" y="2945904"/>
            <a:ext cx="5857429" cy="57775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00050" y="3026866"/>
            <a:ext cx="2590800" cy="415826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2450" y="3153817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계층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94000" y="3158579"/>
            <a:ext cx="189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배열 (큐) · JSON 파일 (로그)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39929" y="2945904"/>
            <a:ext cx="2423071" cy="577751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58979" y="2964954"/>
            <a:ext cx="992981" cy="539651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11379" y="3091904"/>
            <a:ext cx="701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백엔드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11379" y="3253829"/>
            <a:ext cx="7019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(외부 서비스)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55111" y="3163342"/>
            <a:ext cx="410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57393" y="3172867"/>
            <a:ext cx="5950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 엔진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1000" y="487218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100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 + Jest 29.x (307 tests, 99.76% coverage)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04800" y="479078"/>
            <a:ext cx="1561951" cy="631627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59962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52029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101" y="875854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42951" y="6901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79078"/>
            <a:ext cx="4749998" cy="631627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56779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09179"/>
            <a:ext cx="45471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023199" y="6901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79078"/>
            <a:ext cx="1561951" cy="631627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09154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52029"/>
            <a:ext cx="1295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10550" y="875854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497288" y="116130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392882"/>
            <a:ext cx="8498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4800" y="1592759"/>
            <a:ext cx="2076450" cy="514350"/>
          </a:xfrm>
          <a:prstGeom prst="rect">
            <a:avLst/>
          </a:prstGeom>
          <a:solidFill>
            <a:srgbClr val="E8E8E8"/>
          </a:solidFill>
          <a:ln w="9525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7308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7282" y="1864221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57450" y="1592759"/>
            <a:ext cx="2076450" cy="514350"/>
          </a:xfrm>
          <a:prstGeom prst="rect">
            <a:avLst/>
          </a:prstGeom>
          <a:solidFill>
            <a:srgbClr val="E8E8E8"/>
          </a:solidFill>
          <a:ln w="9525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7308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49932" y="1864221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10100" y="1592759"/>
            <a:ext cx="2076450" cy="51435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6784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118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선점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16609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Q0:500ms Q1:1.5s Q2:4s Q3:무제한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762750" y="1592759"/>
            <a:ext cx="2076450" cy="51435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6784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8118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1916609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470225" y="2145060"/>
            <a:ext cx="2247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97288" y="2297311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528888"/>
            <a:ext cx="84980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4800" y="2728764"/>
            <a:ext cx="4749998" cy="6411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291122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063627"/>
            <a:ext cx="45471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30998" y="2944564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728764"/>
            <a:ext cx="1688902" cy="641152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291598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058864"/>
            <a:ext cx="14248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50150" y="2944564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728764"/>
            <a:ext cx="1435001" cy="6411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2849314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001714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538770" y="3125539"/>
            <a:ext cx="11658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04800" y="3471416"/>
            <a:ext cx="2777133" cy="4792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15826" y="3544342"/>
            <a:ext cx="2606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기아 방지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15826" y="3668167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Priority: 에이징 (자동 승격)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15826" y="377294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MLFQ: 주기적 부스트 (전체 → Q0)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183434" y="3471416"/>
            <a:ext cx="2777133" cy="4792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294459" y="3544342"/>
            <a:ext cx="2606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 선점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94459" y="3668167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슬라이스: 500ms 확인 주기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94459" y="377294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초과 → 하위 큐로 이동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062067" y="3471416"/>
            <a:ext cx="2777133" cy="4792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73093" y="3544342"/>
            <a:ext cx="2606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수준 공정성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73093" y="3668167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JFI: 전체 테넌트 간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173093" y="377294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테넌트 JFI: 동일 등급 내 (0.92~0.98)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04800" y="488171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4800" y="4937224"/>
            <a:ext cx="87050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 | 메모리 배열 + JSON 파일 | 307 tests, 99.76% coverage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2026-03-07T13:51:11Z</dcterms:created>
  <dcterms:modified xsi:type="dcterms:W3CDTF">2026-03-07T13:51:11Z</dcterms:modified>
</cp:coreProperties>
</file>