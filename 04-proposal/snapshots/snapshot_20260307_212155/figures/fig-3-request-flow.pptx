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04800" y="479078"/>
            <a:ext cx="1561951" cy="631627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59962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52029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101" y="875854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42951" y="6901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79078"/>
            <a:ext cx="4749998" cy="6316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56779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09179"/>
            <a:ext cx="45471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023199" y="6901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79078"/>
            <a:ext cx="1561951" cy="6316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091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52029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10550" y="875854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97288" y="116130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392882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1592759"/>
            <a:ext cx="20764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7308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282" y="1864221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57450" y="1592759"/>
            <a:ext cx="20764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7308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9932" y="1864221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10100" y="1592759"/>
            <a:ext cx="2076450" cy="51435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6784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118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16609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Q0:500ms Q1:1.5s Q2:4s Q3:무제한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762750" y="1592759"/>
            <a:ext cx="2076450" cy="51435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6784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8118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1916609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70225" y="2145060"/>
            <a:ext cx="2247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97288" y="2297311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528888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4800" y="2728764"/>
            <a:ext cx="4749998" cy="6411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291122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063627"/>
            <a:ext cx="45471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30998" y="29445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728764"/>
            <a:ext cx="1688902" cy="6411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291598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058864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50150" y="29445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728764"/>
            <a:ext cx="1435001" cy="6411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284931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001714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538770" y="3125539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4800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15826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기아 방지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5826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Priority: 에이징 (자동 승격)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15826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MLFQ: 주기적 부스트 (전체 → Q0)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183434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294459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 선점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4459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슬라이스: 500ms 확인 주기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94459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초과 → 하위 큐로 이동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062067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73093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수준 공정성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73093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JFI: 전체 테넌트 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73093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JFI: 동일 등급 내 (0.92~0.98)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4800" y="488171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4800" y="4937224"/>
            <a:ext cx="8705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 | 메모리 배열 + JSON 파일 | 307 tests, 99.76% coverage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그림 3. 요청 처리 흐름도</dc:title>
  <dc:subject>PptxGenJS Presentation</dc:subject>
  <dc:creator>서민지 (C235180)</dc:creator>
  <cp:lastModifiedBy>서민지 (C235180)</cp:lastModifiedBy>
  <cp:revision>1</cp:revision>
  <dcterms:created xsi:type="dcterms:W3CDTF">2026-03-07T11:01:29Z</dcterms:created>
  <dcterms:modified xsi:type="dcterms:W3CDTF">2026-03-07T11:01:29Z</dcterms:modified>
</cp:coreProperties>
</file>