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2000250" cy="351859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0525" y="314325"/>
            <a:ext cx="1981200" cy="3429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4244" y="390525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0202" y="809476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선착순 처리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7475" y="1290340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7475" y="1104602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7475" y="1383804"/>
            <a:ext cx="1727299" cy="40005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FIFO 큐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비선점형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O(1) 스케줄링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17475" y="209639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7475" y="1910655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7475" y="218985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호위 효과 발생, 차등 서비스 불가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08200" y="304800"/>
            <a:ext cx="2000399" cy="351859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17725" y="314325"/>
            <a:ext cx="1981349" cy="3429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601443" y="390525"/>
            <a:ext cx="18139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27401" y="809476"/>
            <a:ext cx="1761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기반 + 에이징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44676" y="1290340"/>
            <a:ext cx="172744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44676" y="1104602"/>
            <a:ext cx="1761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44676" y="1383804"/>
            <a:ext cx="1727448" cy="40005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우선순위 (URGENT~LOW)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에이징으로 기아 방지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우선순위 조정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44676" y="2096393"/>
            <a:ext cx="172744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44676" y="1910655"/>
            <a:ext cx="1761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44676" y="2189857"/>
            <a:ext cx="17619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에이징 없으면 기아 발생 가능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35550" y="304800"/>
            <a:ext cx="2000250" cy="351859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45075" y="314325"/>
            <a:ext cx="1981200" cy="3429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28793" y="390525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752" y="809476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다단계 피드백 큐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72025" y="1290340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2025" y="1104602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72025" y="1383804"/>
            <a:ext cx="1727299" cy="40005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적응형 분류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큐별 타임 퀀텀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선점형 스케줄링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72025" y="209639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2025" y="1910655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72025" y="218985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 튜닝 복잡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62750" y="304800"/>
            <a:ext cx="2000250" cy="351859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772275" y="314325"/>
            <a:ext cx="1981200" cy="3429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55994" y="390525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81952" y="809476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공정 큐잉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99225" y="1290340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99225" y="1104602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99225" y="1383804"/>
            <a:ext cx="1727299" cy="40005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비례 서비스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종료 시각 계산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JFI 공정성 지표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99225" y="209639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99225" y="1910655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99225" y="218985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VFT 계산 부담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81000" y="3899595"/>
            <a:ext cx="8401050" cy="577453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90525" y="3909120"/>
            <a:ext cx="8382000" cy="298252"/>
          </a:xfrm>
          <a:prstGeom prst="rect">
            <a:avLst/>
          </a:prstGeom>
          <a:solidFill>
            <a:srgbClr val="6666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17475" y="3972520"/>
            <a:ext cx="8983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550640" y="3991570"/>
            <a:ext cx="822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알고리즘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17475" y="4270772"/>
            <a:ext cx="13017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역할:</a:t>
            </a:r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테넌트별 요청 빈도 제한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047577" y="4270772"/>
            <a:ext cx="985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방법:</a:t>
            </a:r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버스트 용량 제어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67521" y="4270772"/>
            <a:ext cx="12797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과부하 방지 (보조 수단)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81000" y="4613523"/>
            <a:ext cx="83820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1000" y="4661148"/>
            <a:ext cx="179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012406" y="4661148"/>
            <a:ext cx="11415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복잡도 / 성능 최적화  →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587234" y="4661148"/>
            <a:ext cx="179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81000" y="4891236"/>
            <a:ext cx="838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1000" y="4946749"/>
            <a:ext cx="85496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Silberschatz et al., Operating System Concepts, 10th ed., 2018.  [2] Arpaci-Dusseau, OSTEP, v1.10, 2023.  [3] Kurose &amp; Ross, Computer Networking, 8th ed., 2021.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382000" cy="453926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272951"/>
            <a:ext cx="2590800" cy="415826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399901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계층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94000" y="404664"/>
            <a:ext cx="17330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클라이언트 · 대시보드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97288" y="784027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1041202"/>
            <a:ext cx="8382000" cy="568226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1060252"/>
            <a:ext cx="2590800" cy="530126"/>
          </a:xfrm>
          <a:prstGeom prst="rect">
            <a:avLst/>
          </a:prstGeom>
          <a:solidFill>
            <a:srgbClr val="5555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2450" y="1187202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2450" y="1349127"/>
            <a:ext cx="23317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(Express.js)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194000" y="1249114"/>
            <a:ext cx="25963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관리 · 스케줄러 관리 · 통계/공정성 · 상태 확인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97288" y="1685627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000" y="1942802"/>
            <a:ext cx="8382000" cy="669727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0050" y="2007840"/>
            <a:ext cx="2590800" cy="539651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2450" y="2134791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스케줄러 엔진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2450" y="2296716"/>
            <a:ext cx="23317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(런타임 교체 가능)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94000" y="2063353"/>
            <a:ext cx="571500" cy="228600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30476" y="2110978"/>
            <a:ext cx="3045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1700" y="2063353"/>
            <a:ext cx="673150" cy="228600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978176" y="2110978"/>
            <a:ext cx="4082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91050" y="2063353"/>
            <a:ext cx="596801" cy="228600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27525" y="2110978"/>
            <a:ext cx="3303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64051" y="2063353"/>
            <a:ext cx="539651" cy="228600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00526" y="2110978"/>
            <a:ext cx="2720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79902" y="2063353"/>
            <a:ext cx="933599" cy="228600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016377" y="2110978"/>
            <a:ext cx="6738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94000" y="2368153"/>
            <a:ext cx="16571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기능: 에이징, 부스트, 이중 수준 JFI 측정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497288" y="2688729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1000" y="2945904"/>
            <a:ext cx="8382000" cy="453926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00050" y="2964954"/>
            <a:ext cx="2590800" cy="415826"/>
          </a:xfrm>
          <a:prstGeom prst="rect">
            <a:avLst/>
          </a:prstGeom>
          <a:solidFill>
            <a:srgbClr val="5555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2450" y="3091904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계층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194000" y="3096667"/>
            <a:ext cx="31545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배열 (큐) · JSON 파일 (로그) · Ollama (LLM 백엔드)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1000" y="4872186"/>
            <a:ext cx="838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1000" y="4927699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22 LTS + Express.js 4.18 + Jest 29.x (307 tests, 99.76% coverage)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279202"/>
            <a:ext cx="84980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1: 요청 수신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04800" y="479078"/>
            <a:ext cx="1561951" cy="631627"/>
          </a:xfrm>
          <a:prstGeom prst="rect">
            <a:avLst/>
          </a:prstGeom>
          <a:solidFill>
            <a:srgbClr val="333333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101" y="599629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38101" y="752029"/>
            <a:ext cx="1295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호출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38101" y="875854"/>
            <a:ext cx="12953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/api/requests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942951" y="690116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7001" y="479078"/>
            <a:ext cx="4749998" cy="631627"/>
          </a:xfrm>
          <a:prstGeom prst="rect">
            <a:avLst/>
          </a:prstGeom>
          <a:solidFill>
            <a:srgbClr val="F5F5F5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98421" y="656779"/>
            <a:ext cx="4547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계층 (Express.js)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98421" y="809179"/>
            <a:ext cx="45471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검증 · 테넌트 식별 · 우선순위 할당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023199" y="690116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77249" y="479078"/>
            <a:ext cx="1561951" cy="631627"/>
          </a:xfrm>
          <a:prstGeom prst="rect">
            <a:avLst/>
          </a:prstGeom>
          <a:solidFill>
            <a:srgbClr val="F5F5F5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10550" y="609154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10550" y="752029"/>
            <a:ext cx="1295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확인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410550" y="875854"/>
            <a:ext cx="12953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초과 시 거부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497288" y="1161306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301" y="1392882"/>
            <a:ext cx="84980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2: 스케줄링 결정 (런타임 교체 가능)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04800" y="1592759"/>
            <a:ext cx="2076450" cy="514350"/>
          </a:xfrm>
          <a:prstGeom prst="rect">
            <a:avLst/>
          </a:prstGeom>
          <a:solidFill>
            <a:srgbClr val="E8E8E8"/>
          </a:solidFill>
          <a:ln w="9525">
            <a:solidFill>
              <a:srgbClr val="5555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7282" y="1730871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7282" y="1864221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순서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457450" y="1592759"/>
            <a:ext cx="2076450" cy="514350"/>
          </a:xfrm>
          <a:prstGeom prst="rect">
            <a:avLst/>
          </a:prstGeom>
          <a:solidFill>
            <a:srgbClr val="E8E8E8"/>
          </a:solidFill>
          <a:ln w="9525">
            <a:solidFill>
              <a:srgbClr val="5555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549932" y="1730871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49932" y="1864221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+ 에이징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610100" y="1592759"/>
            <a:ext cx="2076450" cy="514350"/>
          </a:xfrm>
          <a:prstGeom prst="rect">
            <a:avLst/>
          </a:prstGeom>
          <a:solidFill>
            <a:srgbClr val="D5E8F0"/>
          </a:solidFill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02582" y="1678484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2582" y="1811834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큐 + 선점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02582" y="1916609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Q0:500ms Q1:1.5s Q2:4s Q3:무제한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762750" y="1592759"/>
            <a:ext cx="2076450" cy="514350"/>
          </a:xfrm>
          <a:prstGeom prst="rect">
            <a:avLst/>
          </a:prstGeom>
          <a:solidFill>
            <a:srgbClr val="D5E8F0"/>
          </a:solidFill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55232" y="1678484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5232" y="1811834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종료 시각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55232" y="1916609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가중치: 100/50/10/1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470225" y="2145060"/>
            <a:ext cx="2247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 /api/scheduler → 런타임 알고리즘 전환 (재시작 불필요)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497288" y="2297311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6301" y="2528888"/>
            <a:ext cx="84980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3: 실행 및 응답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04800" y="2728764"/>
            <a:ext cx="4749998" cy="641152"/>
          </a:xfrm>
          <a:prstGeom prst="rect">
            <a:avLst/>
          </a:prstGeom>
          <a:solidFill>
            <a:srgbClr val="F5F5F5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06220" y="2911227"/>
            <a:ext cx="4547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관리자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06220" y="3063627"/>
            <a:ext cx="45471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요청 추출 · LLM 백엔드로 전달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130998" y="2944564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85048" y="2728764"/>
            <a:ext cx="1688902" cy="641152"/>
          </a:xfrm>
          <a:prstGeom prst="rect">
            <a:avLst/>
          </a:prstGeom>
          <a:solidFill>
            <a:srgbClr val="333333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517079" y="2915989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(LLM)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7079" y="3058864"/>
            <a:ext cx="14248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추론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150150" y="2944564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404199" y="2728764"/>
            <a:ext cx="1435001" cy="641152"/>
          </a:xfrm>
          <a:prstGeom prst="rect">
            <a:avLst/>
          </a:prstGeom>
          <a:solidFill>
            <a:srgbClr val="F5F5F5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538770" y="2849314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538770" y="3001714"/>
            <a:ext cx="11658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대기시간 기록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538770" y="3125539"/>
            <a:ext cx="11658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JFI 계산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04800" y="3471416"/>
            <a:ext cx="2777133" cy="479227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15826" y="3544342"/>
            <a:ext cx="26061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기아 방지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15826" y="3668167"/>
            <a:ext cx="26061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Priority: 에이징 (자동 승격)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15826" y="3772942"/>
            <a:ext cx="26061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MLFQ: 주기적 부스트 (전체 → Q0)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183434" y="3471416"/>
            <a:ext cx="2777133" cy="479227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294459" y="3544342"/>
            <a:ext cx="26061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 선점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294459" y="3668167"/>
            <a:ext cx="26061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슬라이스: 500ms 확인 주기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294459" y="3772942"/>
            <a:ext cx="26061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퀀텀 초과 → 하위 큐로 이동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062067" y="3471416"/>
            <a:ext cx="2777133" cy="479227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173093" y="3544342"/>
            <a:ext cx="26061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수준 공정성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73093" y="3668167"/>
            <a:ext cx="26061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JFI: 전체 테넌트 간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173093" y="3772942"/>
            <a:ext cx="26061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테넌트 JFI: 동일 등급 내 (0.92~0.98)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304800" y="4881711"/>
            <a:ext cx="85344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4800" y="4937224"/>
            <a:ext cx="87050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22 LTS + Express.js 4.18 | 메모리 배열 + JSON 파일 | 307 tests, 99.76% coverage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제안서 그림 모음</dc:title>
  <dc:subject>PptxGenJS Presentation</dc:subject>
  <dc:creator>서민지 (C235180)</dc:creator>
  <cp:lastModifiedBy>서민지 (C235180)</cp:lastModifiedBy>
  <cp:revision>1</cp:revision>
  <dcterms:created xsi:type="dcterms:W3CDTF">2026-03-07T11:07:42Z</dcterms:created>
  <dcterms:modified xsi:type="dcterms:W3CDTF">2026-03-07T11:07:42Z</dcterms:modified>
</cp:coreProperties>
</file>