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Q0:500ms Q1:1,500ms Q2:4,000ms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2026-03-12T03:09:19Z</dcterms:created>
  <dcterms:modified xsi:type="dcterms:W3CDTF">2026-03-12T03:09:19Z</dcterms:modified>
</cp:coreProperties>
</file>