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스케줄링 알고리즘 비교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1965960"/>
            <a:ext cx="859536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685800"/>
            <a:ext cx="13716" cy="41605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 (선착순)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온 순서대로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40080" cy="45720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88720" y="1280160"/>
            <a:ext cx="640080" cy="45720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280160"/>
            <a:ext cx="640080" cy="45720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1280160"/>
            <a:ext cx="640080" cy="45720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1280160"/>
            <a:ext cx="640080" cy="45720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0" y="1371600"/>
            <a:ext cx="365760" cy="27432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16916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46320" y="731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 (우선순위)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9875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급한 것 먼저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1280160"/>
            <a:ext cx="822960" cy="457200"/>
          </a:xfrm>
          <a:prstGeom prst="rect">
            <a:avLst/>
          </a:prstGeom>
          <a:solidFill>
            <a:srgbClr val="DC2626">
              <a:alpha val="3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280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43600" y="1280160"/>
            <a:ext cx="822960" cy="457200"/>
          </a:xfrm>
          <a:prstGeom prst="rect">
            <a:avLst/>
          </a:prstGeom>
          <a:solidFill>
            <a:srgbClr val="EA580C">
              <a:alpha val="3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280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0" y="1280160"/>
            <a:ext cx="822960" cy="457200"/>
          </a:xfrm>
          <a:prstGeom prst="rect">
            <a:avLst/>
          </a:prstGeom>
          <a:solidFill>
            <a:srgbClr val="CA8A04">
              <a:alpha val="30000"/>
            </a:srgbClr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280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8A0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772400" y="1280160"/>
            <a:ext cx="822960" cy="457200"/>
          </a:xfrm>
          <a:prstGeom prst="rect">
            <a:avLst/>
          </a:prstGeom>
          <a:solidFill>
            <a:srgbClr val="65A30D">
              <a:alpha val="30000"/>
            </a:srgbClr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1280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5A30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(다단계 피드백 큐)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" y="23591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 우선 + 자동 조정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651760"/>
            <a:ext cx="3200400" cy="347472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651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063240"/>
            <a:ext cx="3200400" cy="347472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063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474720"/>
            <a:ext cx="3200400" cy="347472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474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(8초)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886200"/>
            <a:ext cx="3200400" cy="347472"/>
          </a:xfrm>
          <a:prstGeom prst="rect">
            <a:avLst/>
          </a:prstGeom>
          <a:solidFill>
            <a:srgbClr val="93C5FD">
              <a:alpha val="2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886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 (무제한)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68880" y="2999232"/>
            <a:ext cx="320040" cy="105156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40" name="Text 38"/>
          <p:cNvSpPr/>
          <p:nvPr/>
        </p:nvSpPr>
        <p:spPr>
          <a:xfrm>
            <a:off x="283464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초과 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749040" y="3566160"/>
            <a:ext cx="274320" cy="548640"/>
          </a:xfrm>
          <a:prstGeom prst="upArrow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703320" y="4160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Boost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8463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 (가중치 공정 큐잉)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46320" y="23591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가중치만큼 공정하게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0" y="2651760"/>
            <a:ext cx="3200400" cy="320040"/>
          </a:xfrm>
          <a:prstGeom prst="rect">
            <a:avLst/>
          </a:prstGeom>
          <a:solidFill>
            <a:srgbClr val="059669">
              <a:alpha val="3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029200" y="3063240"/>
            <a:ext cx="2286000" cy="320040"/>
          </a:xfrm>
          <a:prstGeom prst="rect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9200" y="3474720"/>
            <a:ext cx="1371600" cy="320040"/>
          </a:xfrm>
          <a:prstGeom prst="rect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029200" y="3886200"/>
            <a:ext cx="731520" cy="32004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2920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가중치에 비례하여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자원 배분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fig-4-scheduling-comparison</dc:title>
  <dc:subject>PptxGenJS Presentation</dc:subject>
  <dc:creator>서민지 (C235180)</dc:creator>
  <cp:lastModifiedBy>서민지 (C235180)</cp:lastModifiedBy>
  <cp:revision>1</cp:revision>
  <dcterms:created xsi:type="dcterms:W3CDTF">2026-04-07T00:11:51Z</dcterms:created>
  <dcterms:modified xsi:type="dcterms:W3CDTF">2026-04-07T00:11:51Z</dcterms:modified>
</cp:coreProperties>
</file>