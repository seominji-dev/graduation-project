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스케줄링 알고리즘 비교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1965960"/>
            <a:ext cx="8595360" cy="13716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685800"/>
            <a:ext cx="13716" cy="41605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 (선착순)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온 순서대로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14800" y="1371600"/>
            <a:ext cx="365760" cy="27432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0" y="16916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 (우선순위)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것 먼저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solidFill>
            <a:srgbClr val="DC2626">
              <a:alpha val="30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solidFill>
            <a:srgbClr val="EA580C">
              <a:alpha val="30000"/>
            </a:srgbClr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solidFill>
            <a:srgbClr val="CA8A04">
              <a:alpha val="30000"/>
            </a:srgbClr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solidFill>
            <a:srgbClr val="65A30D">
              <a:alpha val="30000"/>
            </a:srgbClr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5A30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(다단계 피드백 큐)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우선 + 자동 조정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2651760"/>
            <a:ext cx="3200400" cy="347472"/>
          </a:xfrm>
          <a:prstGeom prst="rect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65176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63240"/>
            <a:ext cx="3200400" cy="34747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06324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3200400" cy="347472"/>
          </a:xfrm>
          <a:prstGeom prst="rect">
            <a:avLst/>
          </a:prstGeom>
          <a:solidFill>
            <a:srgbClr val="60A5FA">
              <a:alpha val="2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4747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(8초)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886200"/>
            <a:ext cx="3200400" cy="347472"/>
          </a:xfrm>
          <a:prstGeom prst="rect">
            <a:avLst/>
          </a:prstGeom>
          <a:solidFill>
            <a:srgbClr val="93C5FD">
              <a:alpha val="20000"/>
            </a:srgbClr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8862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 (무제한)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68880" y="2999232"/>
            <a:ext cx="320040" cy="10515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40" name="Text 38"/>
          <p:cNvSpPr/>
          <p:nvPr/>
        </p:nvSpPr>
        <p:spPr>
          <a:xfrm>
            <a:off x="2834640" y="3200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초과 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749040" y="3566160"/>
            <a:ext cx="274320" cy="548640"/>
          </a:xfrm>
          <a:prstGeom prst="upArrow">
            <a:avLst/>
          </a:prstGeom>
          <a:solidFill>
            <a:srgbClr val="2563EB">
              <a:alpha val="5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3703320" y="41605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Boost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846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 (가중치 공정 큐잉)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46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가중치만큼 공정하게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2651760"/>
            <a:ext cx="3200400" cy="320040"/>
          </a:xfrm>
          <a:prstGeom prst="rect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2064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029200" y="3063240"/>
            <a:ext cx="2286000" cy="320040"/>
          </a:xfrm>
          <a:prstGeom prst="rect">
            <a:avLst/>
          </a:prstGeom>
          <a:solidFill>
            <a:srgbClr val="059669">
              <a:alpha val="2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206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029200" y="3474720"/>
            <a:ext cx="1371600" cy="320040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0" y="3474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029200" y="3886200"/>
            <a:ext cx="731520" cy="32004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20640" y="3886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가중치에 비례하여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배분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fig-4-scheduling-comparison</dc:title>
  <dc:subject>PptxGenJS Presentation</dc:subject>
  <dc:creator>서민지 (C235180)</dc:creator>
  <cp:lastModifiedBy>서민지 (C235180)</cp:lastModifiedBy>
  <cp:revision>1</cp:revision>
  <dcterms:created xsi:type="dcterms:W3CDTF">2026-03-23T18:45:32Z</dcterms:created>
  <dcterms:modified xsi:type="dcterms:W3CDTF">2026-03-23T18:45:32Z</dcterms:modified>
</cp:coreProperties>
</file>