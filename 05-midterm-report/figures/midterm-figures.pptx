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2677</c:v>
                </c:pt>
                <c:pt idx="2">
                  <c:v>2572</c:v>
                </c:pt>
                <c:pt idx="3">
                  <c:v>2476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대기시간 (ms)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
(w=100)</c:v>
                  </c:pt>
                  <c:pt idx="1">
                    <c:v>Premium
(w=50)</c:v>
                  </c:pt>
                  <c:pt idx="2">
                    <c:v>Standard
(w=10)</c:v>
                  </c:pt>
                  <c:pt idx="3">
                    <c:v>Free
(w=1)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</c:v>
                </c:pt>
                <c:pt idx="1">
                  <c:v>1817</c:v>
                </c:pt>
                <c:pt idx="2">
                  <c:v>3116</c:v>
                </c:pt>
                <c:pt idx="3">
                  <c:v>4543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응답시간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응답시간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822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2563EB">
              <a:alpha val="1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841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59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59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05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059669">
              <a:alpha val="10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D97706">
              <a:alpha val="10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27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5730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4894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894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4058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058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222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222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4251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64748B">
              <a:alpha val="10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270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544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1737360"/>
            <a:ext cx="457200" cy="22860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1737360"/>
            <a:ext cx="457200" cy="22860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023360" y="2880360"/>
            <a:ext cx="457200" cy="22860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663440" y="2880360"/>
            <a:ext cx="457200" cy="22860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023360" y="4023360"/>
            <a:ext cx="457200" cy="22860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/>
          <p:nvPr/>
        </p:nvSpPr>
        <p:spPr>
          <a:xfrm>
            <a:off x="338328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663440" y="4023360"/>
            <a:ext cx="457200" cy="22860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46" name="Text 44"/>
          <p:cNvSpPr/>
          <p:nvPr/>
        </p:nvSpPr>
        <p:spPr>
          <a:xfrm>
            <a:off x="516636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모듈 구조도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82296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8229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(진입점)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28216"/>
            <a:ext cx="32004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6245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28216"/>
            <a:ext cx="11887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728216"/>
            <a:ext cx="8229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8581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728216"/>
            <a:ext cx="283464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749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routes.js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6888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(4개 알고리즘)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MemoryQueue.js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JSONStore.js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32918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인터페이스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68880" y="3246120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32461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BaseScheduler (enqueue / dequeue)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04825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273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1169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상속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37160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8056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92240" y="324612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32461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OllamaClient.js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97496" y="2926080"/>
            <a:ext cx="18288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4884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큐 등록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34924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스케줄링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4088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LLM 호출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78308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516636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2468880"/>
            <a:ext cx="457200" cy="45720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3" name="Shape 31"/>
          <p:cNvSpPr/>
          <p:nvPr/>
        </p:nvSpPr>
        <p:spPr>
          <a:xfrm>
            <a:off x="5349240" y="29260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924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응답 반환 + 이력 저장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49240" y="3383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 기록 / 클라이언트 응답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63640" y="397764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02836" y="3383280"/>
            <a:ext cx="9372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54780" y="3246120"/>
            <a:ext cx="457200" cy="320040"/>
          </a:xfrm>
          <a:prstGeom prst="leftArrow">
            <a:avLst/>
          </a:prstGeom>
          <a:solidFill>
            <a:srgbClr val="D97706">
              <a:alpha val="6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(다음 요청 처리)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2926080"/>
            <a:ext cx="47548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57200" y="30175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 (Request Lifecycle)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단계에서 상태가 JSON 로그에 기록됨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스케줄링 알고리즘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1965960"/>
            <a:ext cx="8595360" cy="13716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685800"/>
            <a:ext cx="13716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 (선착순)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온 순서대로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14800" y="1371600"/>
            <a:ext cx="365760" cy="27432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16916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 (우선순위)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 먼저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solidFill>
            <a:srgbClr val="DC2626">
              <a:alpha val="3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solidFill>
            <a:srgbClr val="EA580C">
              <a:alpha val="30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solidFill>
            <a:srgbClr val="CA8A04">
              <a:alpha val="30000"/>
            </a:srgbClr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solidFill>
            <a:srgbClr val="65A30D">
              <a:alpha val="30000"/>
            </a:srgbClr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5A30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(다단계 피드백 큐)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우선 + 자동 조정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3200400" cy="347472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6517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63240"/>
            <a:ext cx="3200400" cy="34747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0632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3200400" cy="347472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474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3200400" cy="347472"/>
          </a:xfrm>
          <a:prstGeom prst="rect">
            <a:avLst/>
          </a:prstGeom>
          <a:solidFill>
            <a:srgbClr val="93C5FD">
              <a:alpha val="20000"/>
            </a:srgbClr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8862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68880" y="2999232"/>
            <a:ext cx="320040" cy="10515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0" name="Text 38"/>
          <p:cNvSpPr/>
          <p:nvPr/>
        </p:nvSpPr>
        <p:spPr>
          <a:xfrm>
            <a:off x="2834640" y="3200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초과 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749040" y="3566160"/>
            <a:ext cx="274320" cy="548640"/>
          </a:xfrm>
          <a:prstGeom prst="upArrow">
            <a:avLst/>
          </a:prstGeom>
          <a:solidFill>
            <a:srgbClr val="2563EB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3703320" y="41605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Boost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846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(가중치 공정 큐잉)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46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가중치만큼 공정하게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2651760"/>
            <a:ext cx="3200400" cy="320040"/>
          </a:xfrm>
          <a:prstGeom prst="rect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029200" y="3063240"/>
            <a:ext cx="2286000" cy="32004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06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0" y="3474720"/>
            <a:ext cx="137160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029200" y="3886200"/>
            <a:ext cx="731520" cy="32004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20640" y="3886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가중치에 비례하여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배분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중간 실험 결과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(a) 알고리즘별 평균 대기시간 (100건 실험)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1500759"/>
            <a:ext cx="3200400" cy="1371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0" y="1299591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avg: 2,574ms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(b) WFQ 등급별 대기시간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846320" y="100584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27432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(c) MLFQ 선점형 효과 — 짧은 요청 응답시간 (5회 반복)</a:t>
            </a:r>
            <a:endParaRPr lang="en-US" sz="11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274320" y="3749040"/>
          <a:ext cx="41148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1371600" y="3931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846320" y="3749040"/>
            <a:ext cx="384048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029200" y="3794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결과 요약
</a:t>
            </a:r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
</a:t>
            </a:r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 약 42ms (거의 즉시)
</a:t>
            </a:r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vs Free 약 10배 차이
</a:t>
            </a:r>
            <a:pPr indent="0" marL="0">
              <a:buNone/>
            </a:pPr>
            <a:r>
              <a:rPr lang="en-US" sz="900" i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JFI = 0.32
</a:t>
            </a:r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약 73% 개선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중간보고서 그림</dc:title>
  <dc:subject>PptxGenJS Presentation</dc:subject>
  <dc:creator>서민지 (C235180)</dc:creator>
  <cp:lastModifiedBy>서민지 (C235180)</cp:lastModifiedBy>
  <cp:revision>1</cp:revision>
  <dcterms:created xsi:type="dcterms:W3CDTF">2026-04-07T05:03:16Z</dcterms:created>
  <dcterms:modified xsi:type="dcterms:W3CDTF">2026-04-07T05:03:16Z</dcterms:modified>
</cp:coreProperties>
</file>