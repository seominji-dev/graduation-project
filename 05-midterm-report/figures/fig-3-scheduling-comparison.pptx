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 스케줄링 알고리즘 비교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1965960"/>
            <a:ext cx="8595360" cy="13716"/>
          </a:xfrm>
          <a:prstGeom prst="rect">
            <a:avLst/>
          </a:prstGeom>
          <a:solidFill>
            <a:srgbClr val="A0A0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685800"/>
            <a:ext cx="13716" cy="4160520"/>
          </a:xfrm>
          <a:prstGeom prst="rect">
            <a:avLst/>
          </a:prstGeom>
          <a:solidFill>
            <a:srgbClr val="A0A0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31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 (선착순)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875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온 순서대로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640080" cy="457200"/>
          </a:xfrm>
          <a:prstGeom prst="rect">
            <a:avLst/>
          </a:prstGeom>
          <a:solidFill>
            <a:srgbClr val="1B3A5C">
              <a:alpha val="30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88720" y="1280160"/>
            <a:ext cx="640080" cy="457200"/>
          </a:xfrm>
          <a:prstGeom prst="rect">
            <a:avLst/>
          </a:prstGeom>
          <a:solidFill>
            <a:srgbClr val="1B3A5C">
              <a:alpha val="30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280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1280160"/>
            <a:ext cx="640080" cy="457200"/>
          </a:xfrm>
          <a:prstGeom prst="rect">
            <a:avLst/>
          </a:prstGeom>
          <a:solidFill>
            <a:srgbClr val="1B3A5C">
              <a:alpha val="30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1280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51760" y="1280160"/>
            <a:ext cx="640080" cy="457200"/>
          </a:xfrm>
          <a:prstGeom prst="rect">
            <a:avLst/>
          </a:prstGeom>
          <a:solidFill>
            <a:srgbClr val="1B3A5C">
              <a:alpha val="30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280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83280" y="1280160"/>
            <a:ext cx="640080" cy="457200"/>
          </a:xfrm>
          <a:prstGeom prst="rect">
            <a:avLst/>
          </a:prstGeom>
          <a:solidFill>
            <a:srgbClr val="1B3A5C">
              <a:alpha val="30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280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0" y="1371600"/>
            <a:ext cx="365760" cy="274320"/>
          </a:xfrm>
          <a:prstGeom prst="rightArrow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0" y="16916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46320" y="731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4D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 (우선순위)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9875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급한 것 먼저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0" y="1280160"/>
            <a:ext cx="822960" cy="457200"/>
          </a:xfrm>
          <a:prstGeom prst="rect">
            <a:avLst/>
          </a:prstGeom>
          <a:solidFill>
            <a:srgbClr val="8B1A1A">
              <a:alpha val="30000"/>
            </a:srgbClr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2801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URG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943600" y="1280160"/>
            <a:ext cx="822960" cy="457200"/>
          </a:xfrm>
          <a:prstGeom prst="rect">
            <a:avLst/>
          </a:prstGeom>
          <a:solidFill>
            <a:srgbClr val="7C4D1A">
              <a:alpha val="30000"/>
            </a:srgbClr>
          </a:solidFill>
          <a:ln w="12700">
            <a:solidFill>
              <a:srgbClr val="7C4D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12801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4D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858000" y="1280160"/>
            <a:ext cx="822960" cy="457200"/>
          </a:xfrm>
          <a:prstGeom prst="rect">
            <a:avLst/>
          </a:prstGeom>
          <a:solidFill>
            <a:srgbClr val="4A5568">
              <a:alpha val="30000"/>
            </a:srgbClr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12801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NORM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772400" y="1280160"/>
            <a:ext cx="822960" cy="457200"/>
          </a:xfrm>
          <a:prstGeom prst="rect">
            <a:avLst/>
          </a:prstGeom>
          <a:solidFill>
            <a:srgbClr val="2D6A4F">
              <a:alpha val="3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12801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432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 (다단계 피드백 큐)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4320" y="23591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요청 우선 + 자동 조정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2651760"/>
            <a:ext cx="3200400" cy="347472"/>
          </a:xfrm>
          <a:prstGeom prst="rect">
            <a:avLst/>
          </a:prstGeom>
          <a:solidFill>
            <a:srgbClr val="1B3A5C">
              <a:alpha val="20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2651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Q0 (1초)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063240"/>
            <a:ext cx="3200400" cy="347472"/>
          </a:xfrm>
          <a:prstGeom prst="rect">
            <a:avLst/>
          </a:prstGeom>
          <a:solidFill>
            <a:srgbClr val="34618E">
              <a:alpha val="20000"/>
            </a:srgbClr>
          </a:solidFill>
          <a:ln w="12700">
            <a:solidFill>
              <a:srgbClr val="34618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0632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61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 (3초)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474720"/>
            <a:ext cx="3200400" cy="347472"/>
          </a:xfrm>
          <a:prstGeom prst="rect">
            <a:avLst/>
          </a:prstGeom>
          <a:solidFill>
            <a:srgbClr val="5A8AB5">
              <a:alpha val="20000"/>
            </a:srgbClr>
          </a:solidFill>
          <a:ln w="12700">
            <a:solidFill>
              <a:srgbClr val="5A8A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4747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A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 (8초)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3886200"/>
            <a:ext cx="3200400" cy="347472"/>
          </a:xfrm>
          <a:prstGeom prst="rect">
            <a:avLst/>
          </a:prstGeom>
          <a:solidFill>
            <a:srgbClr val="8FB3D4">
              <a:alpha val="20000"/>
            </a:srgbClr>
          </a:solidFill>
          <a:ln w="12700">
            <a:solidFill>
              <a:srgbClr val="8FB3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8862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 (무제한)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468880" y="2999232"/>
            <a:ext cx="320040" cy="1051560"/>
          </a:xfrm>
          <a:prstGeom prst="downArrow">
            <a:avLst/>
          </a:prstGeom>
          <a:solidFill>
            <a:srgbClr val="A0A0A0"/>
          </a:solidFill>
          <a:ln/>
        </p:spPr>
      </p:sp>
      <p:sp>
        <p:nvSpPr>
          <p:cNvPr id="40" name="Text 38"/>
          <p:cNvSpPr/>
          <p:nvPr/>
        </p:nvSpPr>
        <p:spPr>
          <a:xfrm>
            <a:off x="2834640" y="3200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초과 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강등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749040" y="3566160"/>
            <a:ext cx="274320" cy="548640"/>
          </a:xfrm>
          <a:prstGeom prst="upArrow">
            <a:avLst/>
          </a:prstGeom>
          <a:solidFill>
            <a:srgbClr val="1B3A5C">
              <a:alpha val="5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3703320" y="41605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Boost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84632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 (가중치 공정 큐잉)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46320" y="23591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가중치만큼 공정하게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29200" y="2651760"/>
            <a:ext cx="3200400" cy="320040"/>
          </a:xfrm>
          <a:prstGeom prst="rect">
            <a:avLst/>
          </a:prstGeom>
          <a:solidFill>
            <a:srgbClr val="2D6A4F">
              <a:alpha val="3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20640" y="2651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6A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 (w=100)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029200" y="3063240"/>
            <a:ext cx="2286000" cy="320040"/>
          </a:xfrm>
          <a:prstGeom prst="rect">
            <a:avLst/>
          </a:prstGeom>
          <a:solidFill>
            <a:srgbClr val="2D6A4F">
              <a:alpha val="25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20640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6A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Premium (w=50)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029200" y="3474720"/>
            <a:ext cx="1371600" cy="320040"/>
          </a:xfrm>
          <a:prstGeom prst="rect">
            <a:avLst/>
          </a:prstGeom>
          <a:solidFill>
            <a:srgbClr val="2D6A4F">
              <a:alpha val="2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0640" y="3474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6A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Standard (w=10)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029200" y="3886200"/>
            <a:ext cx="731520" cy="320040"/>
          </a:xfrm>
          <a:prstGeom prst="rect">
            <a:avLst/>
          </a:prstGeom>
          <a:solidFill>
            <a:srgbClr val="2D6A4F">
              <a:alpha val="15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20640" y="3886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6A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(w=1)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029200" y="4206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가중치에 비례하여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자원 배분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fig-3-scheduling-comparison</dc:title>
  <dc:subject>PptxGenJS Presentation</dc:subject>
  <dc:creator>서민지 (C235180)</dc:creator>
  <cp:lastModifiedBy>서민지 (C235180)</cp:lastModifiedBy>
  <cp:revision>1</cp:revision>
  <dcterms:created xsi:type="dcterms:W3CDTF">2026-04-09T06:52:37Z</dcterms:created>
  <dcterms:modified xsi:type="dcterms:W3CDTF">2026-04-09T06:52:37Z</dcterms:modified>
</cp:coreProperties>
</file>