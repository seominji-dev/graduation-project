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시스템 아키텍처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82296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2563EB">
              <a:alpha val="1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41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25980" y="118872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25980" y="1188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40580" y="118872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0580" y="1188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059669">
              <a:alpha val="10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2331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2331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2331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310896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D97706">
              <a:alpha val="10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127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57300" y="34747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7300" y="3474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48940" y="34747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8940" y="3474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40580" y="34747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0580" y="3474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32220" y="34747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2220" y="3474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" y="425196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64748B">
              <a:alpha val="10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270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계층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54480" y="4617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4617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11880" y="4617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4617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461772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4617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23360" y="1737360"/>
            <a:ext cx="457200" cy="228600"/>
          </a:xfrm>
          <a:prstGeom prst="downArrow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1719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663440" y="1737360"/>
            <a:ext cx="457200" cy="22860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1719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023360" y="2880360"/>
            <a:ext cx="457200" cy="22860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0" y="2862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663440" y="2880360"/>
            <a:ext cx="457200" cy="228600"/>
          </a:xfrm>
          <a:prstGeom prst="upArrow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2862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023360" y="4023360"/>
            <a:ext cx="457200" cy="228600"/>
          </a:xfrm>
          <a:prstGeom prst="downArrow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3383280" y="4005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663440" y="4023360"/>
            <a:ext cx="457200" cy="228600"/>
          </a:xfrm>
          <a:prstGeom prst="upArrow">
            <a:avLst/>
          </a:prstGeom>
          <a:solidFill>
            <a:srgbClr val="64748B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40050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fig-1-system-architecture</dc:title>
  <dc:subject>PptxGenJS Presentation</dc:subject>
  <dc:creator>서민지 (C235180)</dc:creator>
  <cp:lastModifiedBy>서민지 (C235180)</cp:lastModifiedBy>
  <cp:revision>1</cp:revision>
  <dcterms:created xsi:type="dcterms:W3CDTF">2026-04-08T02:09:11Z</dcterms:created>
  <dcterms:modified xsi:type="dcterms:W3CDTF">2026-04-08T02:09:11Z</dcterms:modified>
</cp:coreProperties>
</file>