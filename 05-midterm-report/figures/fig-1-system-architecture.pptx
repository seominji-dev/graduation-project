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822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1B3A5C">
              <a:alpha val="10000"/>
            </a:srgbClr>
          </a:solidFill>
          <a:ln w="25400">
            <a:solidFill>
              <a:srgbClr val="1B3A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841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25980" y="1188720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1B3A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25980" y="11887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640580" y="1188720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1B3A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0580" y="11887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14400" y="1965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2D6A4F">
              <a:alpha val="10000"/>
            </a:srgbClr>
          </a:solidFill>
          <a:ln w="25400">
            <a:solidFill>
              <a:srgbClr val="2D6A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984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A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544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2D6A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544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6A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118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2D6A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18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6A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6692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2D6A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6A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" y="3108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7C4D1A">
              <a:alpha val="10000"/>
            </a:srgbClr>
          </a:solidFill>
          <a:ln w="25400">
            <a:solidFill>
              <a:srgbClr val="7C4D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127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4D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25730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7C4D1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5730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4D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94894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7C4D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4894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4D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4058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7C4D1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4058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4D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33222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7C4D1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3222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4D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14400" y="4251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4A5568">
              <a:alpha val="10000"/>
            </a:srgbClr>
          </a:solidFill>
          <a:ln w="2540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97280" y="4270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5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 계층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5544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4A556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44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5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6118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4A55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118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5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4A556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5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023360" y="1737360"/>
            <a:ext cx="457200" cy="228600"/>
          </a:xfrm>
          <a:prstGeom prst="downArrow">
            <a:avLst/>
          </a:prstGeom>
          <a:solidFill>
            <a:srgbClr val="1B3A5C"/>
          </a:solidFill>
          <a:ln/>
        </p:spPr>
      </p:sp>
      <p:sp>
        <p:nvSpPr>
          <p:cNvPr id="36" name="Text 34"/>
          <p:cNvSpPr/>
          <p:nvPr/>
        </p:nvSpPr>
        <p:spPr>
          <a:xfrm>
            <a:off x="3383280" y="1719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4663440" y="1737360"/>
            <a:ext cx="457200" cy="228600"/>
          </a:xfrm>
          <a:prstGeom prst="upArrow">
            <a:avLst/>
          </a:prstGeom>
          <a:solidFill>
            <a:srgbClr val="2D6A4F"/>
          </a:solidFill>
          <a:ln/>
        </p:spPr>
      </p:sp>
      <p:sp>
        <p:nvSpPr>
          <p:cNvPr id="38" name="Text 36"/>
          <p:cNvSpPr/>
          <p:nvPr/>
        </p:nvSpPr>
        <p:spPr>
          <a:xfrm>
            <a:off x="5166360" y="1719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D6A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4023360" y="2880360"/>
            <a:ext cx="457200" cy="228600"/>
          </a:xfrm>
          <a:prstGeom prst="downArrow">
            <a:avLst/>
          </a:prstGeom>
          <a:solidFill>
            <a:srgbClr val="2D6A4F"/>
          </a:solidFill>
          <a:ln/>
        </p:spPr>
      </p:sp>
      <p:sp>
        <p:nvSpPr>
          <p:cNvPr id="40" name="Text 38"/>
          <p:cNvSpPr/>
          <p:nvPr/>
        </p:nvSpPr>
        <p:spPr>
          <a:xfrm>
            <a:off x="3383280" y="2862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D6A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4663440" y="2880360"/>
            <a:ext cx="457200" cy="228600"/>
          </a:xfrm>
          <a:prstGeom prst="upArrow">
            <a:avLst/>
          </a:prstGeom>
          <a:solidFill>
            <a:srgbClr val="7C4D1A"/>
          </a:solidFill>
          <a:ln/>
        </p:spPr>
      </p:sp>
      <p:sp>
        <p:nvSpPr>
          <p:cNvPr id="42" name="Text 40"/>
          <p:cNvSpPr/>
          <p:nvPr/>
        </p:nvSpPr>
        <p:spPr>
          <a:xfrm>
            <a:off x="5166360" y="2862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C4D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023360" y="4023360"/>
            <a:ext cx="457200" cy="228600"/>
          </a:xfrm>
          <a:prstGeom prst="downArrow">
            <a:avLst/>
          </a:prstGeom>
          <a:solidFill>
            <a:srgbClr val="7C4D1A"/>
          </a:solidFill>
          <a:ln/>
        </p:spPr>
      </p:sp>
      <p:sp>
        <p:nvSpPr>
          <p:cNvPr id="44" name="Text 42"/>
          <p:cNvSpPr/>
          <p:nvPr/>
        </p:nvSpPr>
        <p:spPr>
          <a:xfrm>
            <a:off x="3383280" y="4005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C4D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4663440" y="4023360"/>
            <a:ext cx="457200" cy="228600"/>
          </a:xfrm>
          <a:prstGeom prst="upArrow">
            <a:avLst/>
          </a:prstGeom>
          <a:solidFill>
            <a:srgbClr val="4A5568"/>
          </a:solidFill>
          <a:ln/>
        </p:spPr>
      </p:sp>
      <p:sp>
        <p:nvSpPr>
          <p:cNvPr id="46" name="Text 44"/>
          <p:cNvSpPr/>
          <p:nvPr/>
        </p:nvSpPr>
        <p:spPr>
          <a:xfrm>
            <a:off x="5166360" y="4005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fig-1-system-architecture</dc:title>
  <dc:subject>PptxGenJS Presentation</dc:subject>
  <dc:creator>서민지 (C235180)</dc:creator>
  <cp:lastModifiedBy>서민지 (C235180)</cp:lastModifiedBy>
  <cp:revision>1</cp:revision>
  <dcterms:created xsi:type="dcterms:W3CDTF">2026-04-09T06:52:37Z</dcterms:created>
  <dcterms:modified xsi:type="dcterms:W3CDTF">2026-04-09T06:52:37Z</dcterms:modified>
</cp:coreProperties>
</file>