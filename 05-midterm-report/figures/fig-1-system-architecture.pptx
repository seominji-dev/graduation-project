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822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2563EB">
              <a:alpha val="10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841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259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259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405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05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1965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059669">
              <a:alpha val="10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984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544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118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" y="3108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D97706">
              <a:alpha val="10000"/>
            </a:srgbClr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127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25730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730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94894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4894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4058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4058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3222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222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14400" y="4251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64748B">
              <a:alpha val="10000"/>
            </a:srgbClr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270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 계층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5544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44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118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118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023360" y="1737360"/>
            <a:ext cx="457200" cy="228600"/>
          </a:xfrm>
          <a:prstGeom prst="downArrow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338328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663440" y="1737360"/>
            <a:ext cx="457200" cy="228600"/>
          </a:xfrm>
          <a:prstGeom prst="upArrow">
            <a:avLst/>
          </a:prstGeom>
          <a:solidFill>
            <a:srgbClr val="059669"/>
          </a:solidFill>
          <a:ln/>
        </p:spPr>
      </p:sp>
      <p:sp>
        <p:nvSpPr>
          <p:cNvPr id="38" name="Text 36"/>
          <p:cNvSpPr/>
          <p:nvPr/>
        </p:nvSpPr>
        <p:spPr>
          <a:xfrm>
            <a:off x="516636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023360" y="2880360"/>
            <a:ext cx="457200" cy="228600"/>
          </a:xfrm>
          <a:prstGeom prst="downArrow">
            <a:avLst/>
          </a:prstGeom>
          <a:solidFill>
            <a:srgbClr val="059669"/>
          </a:solidFill>
          <a:ln/>
        </p:spPr>
      </p:sp>
      <p:sp>
        <p:nvSpPr>
          <p:cNvPr id="40" name="Text 38"/>
          <p:cNvSpPr/>
          <p:nvPr/>
        </p:nvSpPr>
        <p:spPr>
          <a:xfrm>
            <a:off x="338328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4663440" y="2880360"/>
            <a:ext cx="457200" cy="228600"/>
          </a:xfrm>
          <a:prstGeom prst="upArrow">
            <a:avLst/>
          </a:prstGeom>
          <a:solidFill>
            <a:srgbClr val="D97706"/>
          </a:solidFill>
          <a:ln/>
        </p:spPr>
      </p:sp>
      <p:sp>
        <p:nvSpPr>
          <p:cNvPr id="42" name="Text 40"/>
          <p:cNvSpPr/>
          <p:nvPr/>
        </p:nvSpPr>
        <p:spPr>
          <a:xfrm>
            <a:off x="516636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023360" y="4023360"/>
            <a:ext cx="457200" cy="228600"/>
          </a:xfrm>
          <a:prstGeom prst="downArrow">
            <a:avLst/>
          </a:prstGeom>
          <a:solidFill>
            <a:srgbClr val="D97706"/>
          </a:solidFill>
          <a:ln/>
        </p:spPr>
      </p:sp>
      <p:sp>
        <p:nvSpPr>
          <p:cNvPr id="44" name="Text 42"/>
          <p:cNvSpPr/>
          <p:nvPr/>
        </p:nvSpPr>
        <p:spPr>
          <a:xfrm>
            <a:off x="338328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4663440" y="4023360"/>
            <a:ext cx="457200" cy="228600"/>
          </a:xfrm>
          <a:prstGeom prst="upArrow">
            <a:avLst/>
          </a:prstGeom>
          <a:solidFill>
            <a:srgbClr val="64748B"/>
          </a:solidFill>
          <a:ln/>
        </p:spPr>
      </p:sp>
      <p:sp>
        <p:nvSpPr>
          <p:cNvPr id="46" name="Text 44"/>
          <p:cNvSpPr/>
          <p:nvPr/>
        </p:nvSpPr>
        <p:spPr>
          <a:xfrm>
            <a:off x="516636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2026-04-07T05:03:16Z</dcterms:created>
  <dcterms:modified xsi:type="dcterms:W3CDTF">2026-04-07T05:03:16Z</dcterms:modified>
</cp:coreProperties>
</file>