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2826</c:v>
                </c:pt>
                <c:pt idx="2">
                  <c:v>2572</c:v>
                </c:pt>
                <c:pt idx="3">
                  <c:v>2819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849</c:v>
                </c:pt>
                <c:pt idx="1">
                  <c:v>2103</c:v>
                </c:pt>
                <c:pt idx="2">
                  <c:v>3431</c:v>
                </c:pt>
                <c:pt idx="3">
                  <c:v>4894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430465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29297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2,697ms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대기시간 (10회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74%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요청 56% 빠름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5.8배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74%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fig-5-experiment-results</dc:title>
  <dc:subject>PptxGenJS Presentation</dc:subject>
  <dc:creator>서민지 (C235180)</dc:creator>
  <cp:lastModifiedBy>서민지 (C235180)</cp:lastModifiedBy>
  <cp:revision>1</cp:revision>
  <dcterms:created xsi:type="dcterms:W3CDTF">2026-03-23T18:45:32Z</dcterms:created>
  <dcterms:modified xsi:type="dcterms:W3CDTF">2026-03-23T18:45:32Z</dcterms:modified>
</cp:coreProperties>
</file>