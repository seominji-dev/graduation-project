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2572</c:v>
                </c:pt>
                <c:pt idx="1">
                  <c:v>2677</c:v>
                </c:pt>
                <c:pt idx="2">
                  <c:v>2572</c:v>
                </c:pt>
                <c:pt idx="3">
                  <c:v>2476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대기시간 (ms)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
(w=100)</c:v>
                  </c:pt>
                  <c:pt idx="1">
                    <c:v>Premium
(w=50)</c:v>
                  </c:pt>
                  <c:pt idx="2">
                    <c:v>Standard
(w=10)</c:v>
                  </c:pt>
                  <c:pt idx="3">
                    <c:v>Free
(w=1)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429</c:v>
                </c:pt>
                <c:pt idx="1">
                  <c:v>1817</c:v>
                </c:pt>
                <c:pt idx="2">
                  <c:v>3116</c:v>
                </c:pt>
                <c:pt idx="3">
                  <c:v>4543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B0BEC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짧은 요청 평균 응답시간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짧은 요청 평균 응답시간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중간 실험 결과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731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(a) 알고리즘별 평균 대기시간 (100건 실험)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41148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" y="1500759"/>
            <a:ext cx="3200400" cy="1371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926080" y="1299591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avg: 2,574ms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4846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(b) WFQ 등급별 대기시간</a:t>
            </a:r>
            <a:endParaRPr lang="en-US" sz="11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4846320" y="1005840"/>
          <a:ext cx="38404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27432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(c) MLFQ 선점형 효과 — 짧은 요청 응답시간 (5회 반복)</a:t>
            </a:r>
            <a:endParaRPr lang="en-US" sz="1100" dirty="0"/>
          </a:p>
        </p:txBody>
      </p:sp>
      <p:graphicFrame>
        <p:nvGraphicFramePr>
          <p:cNvPr id="10" name="Chart 2" descr=""/>
          <p:cNvGraphicFramePr/>
          <p:nvPr/>
        </p:nvGraphicFramePr>
        <p:xfrm>
          <a:off x="274320" y="3749040"/>
          <a:ext cx="411480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1371600" y="39319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73% 감소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846320" y="3749040"/>
            <a:ext cx="384048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029200" y="37947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결과 요약
</a:t>
            </a:r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
</a:t>
            </a:r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URGENT 약 42ms (거의 즉시)
</a:t>
            </a:r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vs Free 약 10배 차이
</a:t>
            </a:r>
            <a:pPr indent="0" marL="0">
              <a:buNone/>
            </a:pPr>
            <a:r>
              <a:rPr lang="en-US" sz="900" i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JFI = 0.32
</a:t>
            </a:r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약 73% 개선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fig-5-experiment-results</dc:title>
  <dc:subject>PptxGenJS Presentation</dc:subject>
  <dc:creator>서민지 (C235180)</dc:creator>
  <cp:lastModifiedBy>서민지 (C235180)</cp:lastModifiedBy>
  <cp:revision>1</cp:revision>
  <dcterms:created xsi:type="dcterms:W3CDTF">2026-04-07T05:03:16Z</dcterms:created>
  <dcterms:modified xsi:type="dcterms:W3CDTF">2026-04-07T05:03:16Z</dcterms:modified>
</cp:coreProperties>
</file>