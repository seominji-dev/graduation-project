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데이터 흐름도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2563EB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96596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6596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입력 검증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96596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4884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059669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4884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365760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큐 등록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84048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D97706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534924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4924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스케줄링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34924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53212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D97706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212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04088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4088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LLM 호출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04088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22376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2563EB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178308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29" name="Shape 27"/>
          <p:cNvSpPr/>
          <p:nvPr/>
        </p:nvSpPr>
        <p:spPr>
          <a:xfrm>
            <a:off x="347472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0" name="Shape 28"/>
          <p:cNvSpPr/>
          <p:nvPr/>
        </p:nvSpPr>
        <p:spPr>
          <a:xfrm>
            <a:off x="516636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1" name="Shape 29"/>
          <p:cNvSpPr/>
          <p:nvPr/>
        </p:nvSpPr>
        <p:spPr>
          <a:xfrm>
            <a:off x="685800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2" name="Shape 30"/>
          <p:cNvSpPr/>
          <p:nvPr/>
        </p:nvSpPr>
        <p:spPr>
          <a:xfrm>
            <a:off x="7498080" y="2468880"/>
            <a:ext cx="457200" cy="45720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33" name="Shape 31"/>
          <p:cNvSpPr/>
          <p:nvPr/>
        </p:nvSpPr>
        <p:spPr>
          <a:xfrm>
            <a:off x="5349240" y="292608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49240" y="3017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응답 반환 + 이력 저장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349240" y="33832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 기록 / 클라이언트 응답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63640" y="397764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059669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6364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402836" y="3383280"/>
            <a:ext cx="93726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954780" y="3246120"/>
            <a:ext cx="457200" cy="320040"/>
          </a:xfrm>
          <a:prstGeom prst="leftArrow">
            <a:avLst/>
          </a:prstGeom>
          <a:solidFill>
            <a:srgbClr val="D97706">
              <a:alpha val="60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4114800" y="3474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 (다음 요청 처리)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74320" y="2926080"/>
            <a:ext cx="475488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457200" y="301752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 (Request Lifecycle)
</a:t>
            </a:r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단계에서 상태가 JSON 로그에 기록됨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fig-3-data-flow</dc:title>
  <dc:subject>PptxGenJS Presentation</dc:subject>
  <dc:creator>서민지 (C235180)</dc:creator>
  <cp:lastModifiedBy>서민지 (C235180)</cp:lastModifiedBy>
  <cp:revision>1</cp:revision>
  <dcterms:created xsi:type="dcterms:W3CDTF">2026-04-06T11:32:25Z</dcterms:created>
  <dcterms:modified xsi:type="dcterms:W3CDTF">2026-04-06T11:32:25Z</dcterms:modified>
</cp:coreProperties>
</file>