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96596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입력 검증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4884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큐 등록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4048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34924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4924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스케줄링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34924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D97706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212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40880" y="914400"/>
            <a:ext cx="1508760" cy="1188720"/>
          </a:xfrm>
          <a:prstGeom prst="roundRect">
            <a:avLst>
              <a:gd name="adj" fmla="val 7692"/>
            </a:avLst>
          </a:prstGeom>
          <a:solidFill>
            <a:srgbClr val="2563EB">
              <a:alpha val="15000"/>
            </a:srgbClr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40880" y="100584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LLM 호출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1371600"/>
            <a:ext cx="1508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223760" y="2176272"/>
            <a:ext cx="1143000" cy="274320"/>
          </a:xfrm>
          <a:prstGeom prst="roundRect">
            <a:avLst>
              <a:gd name="adj" fmla="val 16667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217627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178308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29" name="Shape 27"/>
          <p:cNvSpPr/>
          <p:nvPr/>
        </p:nvSpPr>
        <p:spPr>
          <a:xfrm>
            <a:off x="347472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0" name="Shape 28"/>
          <p:cNvSpPr/>
          <p:nvPr/>
        </p:nvSpPr>
        <p:spPr>
          <a:xfrm>
            <a:off x="516636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1" name="Shape 29"/>
          <p:cNvSpPr/>
          <p:nvPr/>
        </p:nvSpPr>
        <p:spPr>
          <a:xfrm>
            <a:off x="6858000" y="1280160"/>
            <a:ext cx="182880" cy="274320"/>
          </a:xfrm>
          <a:prstGeom prst="rightArrow">
            <a:avLst/>
          </a:prstGeom>
          <a:solidFill>
            <a:srgbClr val="CBD5E1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0" y="2468880"/>
            <a:ext cx="457200" cy="45720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33" name="Shape 31"/>
          <p:cNvSpPr/>
          <p:nvPr/>
        </p:nvSpPr>
        <p:spPr>
          <a:xfrm>
            <a:off x="5349240" y="292608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49240" y="30175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응답 반환 + 이력 저장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49240" y="33832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 기록 / 클라이언트 응답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63640" y="397764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059669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402836" y="3383280"/>
            <a:ext cx="93726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4780" y="3246120"/>
            <a:ext cx="457200" cy="320040"/>
          </a:xfrm>
          <a:prstGeom prst="leftArrow">
            <a:avLst/>
          </a:prstGeom>
          <a:solidFill>
            <a:srgbClr val="D9770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4114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 (다음 요청 처리)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2926080"/>
            <a:ext cx="4754880" cy="1005840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457200" y="301752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 (Request Lifecycle)
</a:t>
            </a:r>
            <a:pPr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→  </a:t>
            </a:r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단계에서 상태가 JSON 로그에 기록됨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fig-3-data-flow</dc:title>
  <dc:subject>PptxGenJS Presentation</dc:subject>
  <dc:creator>서민지 (C235180)</dc:creator>
  <cp:lastModifiedBy>서민지 (C235180)</cp:lastModifiedBy>
  <cp:revision>1</cp:revision>
  <dcterms:created xsi:type="dcterms:W3CDTF">2026-04-07T05:03:16Z</dcterms:created>
  <dcterms:modified xsi:type="dcterms:W3CDTF">2026-04-07T05:03:16Z</dcterms:modified>
</cp:coreProperties>
</file>