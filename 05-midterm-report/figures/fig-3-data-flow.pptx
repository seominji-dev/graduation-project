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2563EB">
              <a:alpha val="1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76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965960" y="9144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005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입력 검증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1371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48840" y="21762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059669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176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0" y="9144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005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큐 등록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1371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21762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D97706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176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349240" y="9144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1005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스케줄링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9240" y="1371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32120" y="21762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D97706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176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040880" y="9144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2563EB">
              <a:alpha val="1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1005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LLM 호출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1371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21762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2176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783080" y="1280160"/>
            <a:ext cx="182880" cy="27432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3474720" y="1280160"/>
            <a:ext cx="182880" cy="27432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0" name="Shape 28"/>
          <p:cNvSpPr/>
          <p:nvPr/>
        </p:nvSpPr>
        <p:spPr>
          <a:xfrm>
            <a:off x="5166360" y="1280160"/>
            <a:ext cx="182880" cy="27432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0" y="1280160"/>
            <a:ext cx="182880" cy="27432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0" y="2468880"/>
            <a:ext cx="457200" cy="45720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33" name="Shape 31"/>
          <p:cNvSpPr/>
          <p:nvPr/>
        </p:nvSpPr>
        <p:spPr>
          <a:xfrm>
            <a:off x="5349240" y="29260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응답 반환 + 이력 저장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 기록 / 클라이언트 응답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63640" y="39776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59669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402836" y="3383280"/>
            <a:ext cx="93726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54780" y="3246120"/>
            <a:ext cx="457200" cy="320040"/>
          </a:xfrm>
          <a:prstGeom prst="leftArrow">
            <a:avLst/>
          </a:prstGeom>
          <a:solidFill>
            <a:srgbClr val="D97706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(다음 요청 처리)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2926080"/>
            <a:ext cx="475488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57200" y="30175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 (Request Lifecycle)
</a:t>
            </a:r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단계에서 상태가 JSON 로그에 기록됨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fig-3-data-flow</dc:title>
  <dc:subject>PptxGenJS Presentation</dc:subject>
  <dc:creator>서민지 (C235180)</dc:creator>
  <cp:lastModifiedBy>서민지 (C235180)</cp:lastModifiedBy>
  <cp:revision>1</cp:revision>
  <dcterms:created xsi:type="dcterms:W3CDTF">2026-03-23T18:45:32Z</dcterms:created>
  <dcterms:modified xsi:type="dcterms:W3CDTF">2026-03-23T18:45:32Z</dcterms:modified>
</cp:coreProperties>
</file>