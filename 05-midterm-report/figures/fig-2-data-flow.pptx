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2. 데이터 흐름도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1B3A5C">
              <a:alpha val="15000"/>
            </a:srgbClr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058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요청 전송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176272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1B3A5C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762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965960" y="91440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2D6A4F">
              <a:alpha val="15000"/>
            </a:srgbClr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0058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입력 검증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65960" y="13716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48840" y="2176272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2D6A4F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21762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6A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657600" y="91440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7C4D1A">
              <a:alpha val="15000"/>
            </a:srgbClr>
          </a:solidFill>
          <a:ln w="19050">
            <a:solidFill>
              <a:srgbClr val="7C4D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0058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4D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큐 등록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13716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enqueue()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0" y="2176272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7C4D1A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1762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4D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QUEUED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349240" y="91440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7C4D1A">
              <a:alpha val="15000"/>
            </a:srgbClr>
          </a:solidFill>
          <a:ln w="19050">
            <a:solidFill>
              <a:srgbClr val="7C4D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10058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4D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스케줄링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49240" y="13716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dequeue()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32120" y="2176272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7C4D1A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21762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4D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040880" y="91440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1B3A5C">
              <a:alpha val="15000"/>
            </a:srgbClr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10058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LLM 호출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40880" y="13716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API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23760" y="2176272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1B3A5C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21762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783080" y="1280160"/>
            <a:ext cx="182880" cy="274320"/>
          </a:xfrm>
          <a:prstGeom prst="rightArrow">
            <a:avLst/>
          </a:prstGeom>
          <a:solidFill>
            <a:srgbClr val="A0A0A0"/>
          </a:solidFill>
          <a:ln/>
        </p:spPr>
      </p:sp>
      <p:sp>
        <p:nvSpPr>
          <p:cNvPr id="29" name="Shape 27"/>
          <p:cNvSpPr/>
          <p:nvPr/>
        </p:nvSpPr>
        <p:spPr>
          <a:xfrm>
            <a:off x="3474720" y="1280160"/>
            <a:ext cx="182880" cy="274320"/>
          </a:xfrm>
          <a:prstGeom prst="rightArrow">
            <a:avLst/>
          </a:prstGeom>
          <a:solidFill>
            <a:srgbClr val="A0A0A0"/>
          </a:solidFill>
          <a:ln/>
        </p:spPr>
      </p:sp>
      <p:sp>
        <p:nvSpPr>
          <p:cNvPr id="30" name="Shape 28"/>
          <p:cNvSpPr/>
          <p:nvPr/>
        </p:nvSpPr>
        <p:spPr>
          <a:xfrm>
            <a:off x="5166360" y="1280160"/>
            <a:ext cx="182880" cy="274320"/>
          </a:xfrm>
          <a:prstGeom prst="rightArrow">
            <a:avLst/>
          </a:prstGeom>
          <a:solidFill>
            <a:srgbClr val="A0A0A0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0" y="1280160"/>
            <a:ext cx="182880" cy="274320"/>
          </a:xfrm>
          <a:prstGeom prst="rightArrow">
            <a:avLst/>
          </a:prstGeom>
          <a:solidFill>
            <a:srgbClr val="A0A0A0"/>
          </a:solidFill>
          <a:ln/>
        </p:spPr>
      </p:sp>
      <p:sp>
        <p:nvSpPr>
          <p:cNvPr id="32" name="Shape 30"/>
          <p:cNvSpPr/>
          <p:nvPr/>
        </p:nvSpPr>
        <p:spPr>
          <a:xfrm>
            <a:off x="7498080" y="2468880"/>
            <a:ext cx="457200" cy="457200"/>
          </a:xfrm>
          <a:prstGeom prst="downArrow">
            <a:avLst/>
          </a:prstGeom>
          <a:solidFill>
            <a:srgbClr val="A0A0A0"/>
          </a:solidFill>
          <a:ln/>
        </p:spPr>
      </p:sp>
      <p:sp>
        <p:nvSpPr>
          <p:cNvPr id="33" name="Shape 31"/>
          <p:cNvSpPr/>
          <p:nvPr/>
        </p:nvSpPr>
        <p:spPr>
          <a:xfrm>
            <a:off x="5349240" y="292608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2D6A4F">
              <a:alpha val="15000"/>
            </a:srgbClr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924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응답 반환 + 이력 저장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49240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로그 기록 / 클라이언트 응답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63640" y="397764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2D6A4F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6A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402836" y="3383280"/>
            <a:ext cx="937260" cy="22860"/>
          </a:xfrm>
          <a:prstGeom prst="rect">
            <a:avLst/>
          </a:prstGeom>
          <a:solidFill>
            <a:srgbClr val="A0A0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54780" y="3246120"/>
            <a:ext cx="457200" cy="320040"/>
          </a:xfrm>
          <a:prstGeom prst="leftArrow">
            <a:avLst/>
          </a:prstGeom>
          <a:solidFill>
            <a:srgbClr val="7C4D1A">
              <a:alpha val="6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0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(다음 요청 처리)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2926080"/>
            <a:ext cx="4754880" cy="1005840"/>
          </a:xfrm>
          <a:prstGeom prst="roundRect">
            <a:avLst>
              <a:gd name="adj" fmla="val 9091"/>
            </a:avLst>
          </a:prstGeom>
          <a:solidFill>
            <a:srgbClr val="F0F0F0"/>
          </a:solidFill>
          <a:ln w="12700">
            <a:solidFill>
              <a:srgbClr val="A0A0A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457200" y="301752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수명 주기 (Request Lifecycle)
</a:t>
            </a:r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</a:t>
            </a:r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 </a:t>
            </a:r>
            <a:pPr indent="0" marL="0">
              <a:buNone/>
            </a:pPr>
            <a:r>
              <a:rPr lang="en-US" sz="900" b="1" dirty="0">
                <a:solidFill>
                  <a:srgbClr val="7C4D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QUEUED</a:t>
            </a:r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 </a:t>
            </a:r>
            <a:pPr indent="0" marL="0">
              <a:buNone/>
            </a:pPr>
            <a:r>
              <a:rPr lang="en-US" sz="900" b="1" dirty="0">
                <a:solidFill>
                  <a:srgbClr val="7C4D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</a:t>
            </a:r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 </a:t>
            </a:r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단계에서 상태가 JSON 로그에 기록됨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fig-2-data-flow</dc:title>
  <dc:subject>PptxGenJS Presentation</dc:subject>
  <dc:creator>서민지 (C235180)</dc:creator>
  <cp:lastModifiedBy>서민지 (C235180)</cp:lastModifiedBy>
  <cp:revision>1</cp:revision>
  <dcterms:created xsi:type="dcterms:W3CDTF">2026-04-09T06:52:37Z</dcterms:created>
  <dcterms:modified xsi:type="dcterms:W3CDTF">2026-04-09T06:52:37Z</dcterms:modified>
</cp:coreProperties>
</file>