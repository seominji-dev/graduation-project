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모듈 구조도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82296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8229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(진입점)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28216"/>
            <a:ext cx="32004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6245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28216"/>
            <a:ext cx="11887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728216"/>
            <a:ext cx="8229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8581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728216"/>
            <a:ext cx="283464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749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routes.js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6888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(4개 알고리즘)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MemoryQueue.js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JSONStore.js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32918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인터페이스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68880" y="3246120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32461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BaseScheduler (enqueue / dequeue)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04825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273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1169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상속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37160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8056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92240" y="324612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32461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OllamaClient.js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97496" y="2926080"/>
            <a:ext cx="18288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fig-2-module-structure</dc:title>
  <dc:subject>PptxGenJS Presentation</dc:subject>
  <dc:creator>서민지 (C235180)</dc:creator>
  <cp:lastModifiedBy>서민지 (C235180)</cp:lastModifiedBy>
  <cp:revision>1</cp:revision>
  <dcterms:created xsi:type="dcterms:W3CDTF">2026-04-06T11:32:25Z</dcterms:created>
  <dcterms:modified xsi:type="dcterms:W3CDTF">2026-04-06T11:32:25Z</dcterms:modified>
</cp:coreProperties>
</file>