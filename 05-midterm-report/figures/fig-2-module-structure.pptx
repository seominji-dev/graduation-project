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모듈 구조도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200400" y="822960"/>
            <a:ext cx="2743200" cy="640080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0" y="82296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(진입점)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728216"/>
            <a:ext cx="320040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6245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728216"/>
            <a:ext cx="11887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7413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728216"/>
            <a:ext cx="82296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8581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62856" y="1463040"/>
            <a:ext cx="18288" cy="2743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0" y="1728216"/>
            <a:ext cx="283464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97496" y="1737360"/>
            <a:ext cx="18288" cy="36576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059669">
              <a:alpha val="15000"/>
            </a:srgbClr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routes.js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46888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D97706">
              <a:alpha val="15000"/>
            </a:srgbClr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6888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(4개 알고리즘)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8056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64748B">
              <a:alpha val="15000"/>
            </a:srgbClr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MemoryQueue.js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92240" y="2103120"/>
            <a:ext cx="1828800" cy="822960"/>
          </a:xfrm>
          <a:prstGeom prst="roundRect">
            <a:avLst>
              <a:gd name="adj" fmla="val 11111"/>
            </a:avLst>
          </a:prstGeom>
          <a:solidFill>
            <a:srgbClr val="64748B">
              <a:alpha val="15000"/>
            </a:srgbClr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2103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JSONStore.js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14400" y="3291840"/>
            <a:ext cx="1371600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914400" y="32918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인터페이스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468880" y="3246120"/>
            <a:ext cx="4206240" cy="548640"/>
          </a:xfrm>
          <a:prstGeom prst="roundRect">
            <a:avLst>
              <a:gd name="adj" fmla="val 833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68880" y="324612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BaseScheduler (enqueue / dequeue)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04825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0273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5721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11696" y="3794760"/>
            <a:ext cx="18288" cy="320040"/>
          </a:xfrm>
          <a:prstGeom prst="rect">
            <a:avLst/>
          </a:prstGeom>
          <a:solidFill>
            <a:srgbClr val="D97706">
              <a:alpha val="5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40480" y="379476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상속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37160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92608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2608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48056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8056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035040" y="411480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D97706">
              <a:alpha val="15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35040" y="41148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492240" y="3246120"/>
            <a:ext cx="1828800" cy="548640"/>
          </a:xfrm>
          <a:prstGeom prst="roundRect">
            <a:avLst>
              <a:gd name="adj" fmla="val 8333"/>
            </a:avLst>
          </a:prstGeom>
          <a:solidFill>
            <a:srgbClr val="2563EB">
              <a:alpha val="15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92240" y="32461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OllamaClient.js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397496" y="2926080"/>
            <a:ext cx="18288" cy="32004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fig-2-module-structure</dc:title>
  <dc:subject>PptxGenJS Presentation</dc:subject>
  <dc:creator>서민지 (C235180)</dc:creator>
  <cp:lastModifiedBy>서민지 (C235180)</cp:lastModifiedBy>
  <cp:revision>1</cp:revision>
  <dcterms:created xsi:type="dcterms:W3CDTF">2026-04-06T12:05:08Z</dcterms:created>
  <dcterms:modified xsi:type="dcterms:W3CDTF">2026-04-06T12:05:08Z</dcterms:modified>
</cp:coreProperties>
</file>