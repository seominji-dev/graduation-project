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2. 모듈 구조도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0" y="82296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822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server.js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(진입점)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62856" y="1463040"/>
            <a:ext cx="18288" cy="27432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728216"/>
            <a:ext cx="32004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62456" y="1737360"/>
            <a:ext cx="18288" cy="36576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62856" y="1463040"/>
            <a:ext cx="18288" cy="27432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728216"/>
            <a:ext cx="118872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74136" y="1737360"/>
            <a:ext cx="18288" cy="36576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62856" y="1463040"/>
            <a:ext cx="18288" cy="27432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728216"/>
            <a:ext cx="82296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85816" y="1737360"/>
            <a:ext cx="18288" cy="36576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62856" y="1463040"/>
            <a:ext cx="18288" cy="27432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728216"/>
            <a:ext cx="283464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7496" y="1737360"/>
            <a:ext cx="18288" cy="36576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10312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059669">
              <a:alpha val="15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103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routes.js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68880" y="210312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D97706">
              <a:alpha val="15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2103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schedulers/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(4개 알고리즘)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80560" y="210312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64748B">
              <a:alpha val="15000"/>
            </a:srgbClr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2103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MemoryQueue.js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92240" y="210312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64748B">
              <a:alpha val="15000"/>
            </a:srgbClr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2103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storage/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JSONStore.js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" y="329184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914400" y="3291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인터페이스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468880" y="3246120"/>
            <a:ext cx="4206240" cy="54864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68880" y="32461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BaseScheduler (enqueue / dequeue)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048256" y="3794760"/>
            <a:ext cx="18288" cy="320040"/>
          </a:xfrm>
          <a:prstGeom prst="rect">
            <a:avLst/>
          </a:prstGeom>
          <a:solidFill>
            <a:srgbClr val="D97706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02736" y="3794760"/>
            <a:ext cx="18288" cy="320040"/>
          </a:xfrm>
          <a:prstGeom prst="rect">
            <a:avLst/>
          </a:prstGeom>
          <a:solidFill>
            <a:srgbClr val="D97706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57216" y="3794760"/>
            <a:ext cx="18288" cy="320040"/>
          </a:xfrm>
          <a:prstGeom prst="rect">
            <a:avLst/>
          </a:prstGeom>
          <a:solidFill>
            <a:srgbClr val="D97706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11696" y="3794760"/>
            <a:ext cx="18288" cy="320040"/>
          </a:xfrm>
          <a:prstGeom prst="rect">
            <a:avLst/>
          </a:prstGeom>
          <a:solidFill>
            <a:srgbClr val="D97706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0" y="37947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상속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371600" y="411480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41148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926080" y="411480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0" y="41148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480560" y="411480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80560" y="41148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35040" y="411480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0" y="41148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92240" y="3246120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3246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OllamaClient.js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97496" y="2926080"/>
            <a:ext cx="18288" cy="32004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fig-2-module-structure</dc:title>
  <dc:subject>PptxGenJS Presentation</dc:subject>
  <dc:creator>서민지 (C235180)</dc:creator>
  <cp:lastModifiedBy>서민지 (C235180)</cp:lastModifiedBy>
  <cp:revision>1</cp:revision>
  <dcterms:created xsi:type="dcterms:W3CDTF">2026-03-23T18:45:32Z</dcterms:created>
  <dcterms:modified xsi:type="dcterms:W3CDTF">2026-03-23T18:45:32Z</dcterms:modified>
</cp:coreProperties>
</file>