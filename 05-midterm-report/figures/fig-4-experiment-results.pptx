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2572</c:v>
                </c:pt>
                <c:pt idx="1">
                  <c:v>2677</c:v>
                </c:pt>
                <c:pt idx="2">
                  <c:v>2572</c:v>
                </c:pt>
                <c:pt idx="3">
                  <c:v>2476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대기시간 (ms)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
(w=100)</c:v>
                  </c:pt>
                  <c:pt idx="1">
                    <c:v>Premium
(w=50)</c:v>
                  </c:pt>
                  <c:pt idx="2">
                    <c:v>Standard
(w=10)</c:v>
                  </c:pt>
                  <c:pt idx="3">
                    <c:v>Free
(w=1)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429</c:v>
                </c:pt>
                <c:pt idx="1">
                  <c:v>1817</c:v>
                </c:pt>
                <c:pt idx="2">
                  <c:v>3116</c:v>
                </c:pt>
                <c:pt idx="3">
                  <c:v>4543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응답시간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응답시간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중간 실험 결과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알고리즘별 평균 대기시간 (100건 실험)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1500759"/>
            <a:ext cx="3200400" cy="13716"/>
          </a:xfrm>
          <a:prstGeom prst="rect">
            <a:avLst/>
          </a:prstGeom>
          <a:solidFill>
            <a:srgbClr val="8B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0" y="1299591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avg: 2,574ms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WFQ 등급별 대기시간 (ms)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46320" y="100584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MLFQ 선점형 효과 — 짧은 요청 응답시간 (5회 반복)</a:t>
            </a:r>
            <a:endParaRPr lang="en-US" sz="11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274320" y="374904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13716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846320" y="3749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0" y="3794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요약
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 약 42ms (거의 즉시)
</a:t>
            </a:r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vs Free 약 10배 차이
</a:t>
            </a:r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JFI = 0.32
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약 73% 개선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fig-4-experiment-results</dc:title>
  <dc:subject>PptxGenJS Presentation</dc:subject>
  <dc:creator>서민지 (C235180)</dc:creator>
  <cp:lastModifiedBy>서민지 (C235180)</cp:lastModifiedBy>
  <cp:revision>1</cp:revision>
  <dcterms:created xsi:type="dcterms:W3CDTF">2026-04-09T06:52:37Z</dcterms:created>
  <dcterms:modified xsi:type="dcterms:W3CDTF">2026-04-09T06:52:37Z</dcterms:modified>
</cp:coreProperties>
</file>