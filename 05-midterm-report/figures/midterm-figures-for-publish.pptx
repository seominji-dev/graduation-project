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82" r:id="rId2"/>
    <p:sldId id="283" r:id="rId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32118"/>
    <p:restoredTop sz="94610"/>
  </p:normalViewPr>
  <p:slideViewPr>
    <p:cSldViewPr snapToGrid="0" snapToObjects="1">
      <p:cViewPr varScale="1">
        <p:scale>
          <a:sx n="50" d="100"/>
          <a:sy n="50" d="100"/>
        </p:scale>
        <p:origin x="176" y="25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095189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L0"/>
          <p:cNvSpPr/>
          <p:nvPr/>
        </p:nvSpPr>
        <p:spPr>
          <a:xfrm>
            <a:off x="127000" y="254000"/>
            <a:ext cx="11938000" cy="698500"/>
          </a:xfrm>
          <a:prstGeom prst="roundRect">
            <a:avLst>
              <a:gd name="adj" fmla="val 12000"/>
            </a:avLst>
          </a:prstGeom>
          <a:solidFill>
            <a:srgbClr val="D6E4F0"/>
          </a:solidFill>
          <a:ln w="12700">
            <a:solidFill>
              <a:srgbClr val="2B579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1" name="LL0"/>
          <p:cNvSpPr/>
          <p:nvPr/>
        </p:nvSpPr>
        <p:spPr>
          <a:xfrm>
            <a:off x="254000" y="254000"/>
            <a:ext cx="2235200" cy="698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ko-KR" sz="2200" b="1" dirty="0">
                <a:solidFill>
                  <a:srgbClr val="1B3A5C"/>
                </a:solidFill>
                <a:latin typeface="맑은 고딕"/>
                <a:ea typeface="맑은 고딕"/>
              </a:rPr>
              <a:t>클라이언트 계층</a:t>
            </a:r>
          </a:p>
        </p:txBody>
      </p:sp>
      <p:sp>
        <p:nvSpPr>
          <p:cNvPr id="102" name="C00"/>
          <p:cNvSpPr/>
          <p:nvPr/>
        </p:nvSpPr>
        <p:spPr>
          <a:xfrm>
            <a:off x="2590800" y="342900"/>
            <a:ext cx="4660900" cy="5334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2B579A"/>
            </a:solidFill>
          </a:ln>
        </p:spPr>
        <p:txBody>
          <a:bodyPr wrap="square" lIns="18000" tIns="0" rIns="18000" bIns="0" anchor="ctr"/>
          <a:lstStyle/>
          <a:p>
            <a:pPr algn="ctr">
              <a:buNone/>
            </a:pPr>
            <a:r>
              <a:rPr lang="ko-KR" sz="1800" b="1" dirty="0">
                <a:solidFill>
                  <a:srgbClr val="333333"/>
                </a:solidFill>
                <a:latin typeface="맑은 고딕"/>
                <a:ea typeface="맑은 고딕"/>
              </a:rPr>
              <a:t>REST Client</a:t>
            </a:r>
          </a:p>
        </p:txBody>
      </p:sp>
      <p:sp>
        <p:nvSpPr>
          <p:cNvPr id="103" name="C01"/>
          <p:cNvSpPr/>
          <p:nvPr/>
        </p:nvSpPr>
        <p:spPr>
          <a:xfrm>
            <a:off x="7353300" y="342900"/>
            <a:ext cx="4660900" cy="5334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2B579A"/>
            </a:solidFill>
          </a:ln>
        </p:spPr>
        <p:txBody>
          <a:bodyPr wrap="square" lIns="18000" tIns="0" rIns="18000" bIns="0" anchor="ctr"/>
          <a:lstStyle/>
          <a:p>
            <a:pPr algn="ctr">
              <a:buNone/>
            </a:pPr>
            <a:r>
              <a:rPr lang="ko-KR" sz="1800" b="1" dirty="0">
                <a:solidFill>
                  <a:srgbClr val="333333"/>
                </a:solidFill>
                <a:latin typeface="맑은 고딕"/>
                <a:ea typeface="맑은 고딕"/>
              </a:rPr>
              <a:t>대시보드</a:t>
            </a:r>
          </a:p>
        </p:txBody>
      </p:sp>
      <p:sp>
        <p:nvSpPr>
          <p:cNvPr id="104" name="DA0"/>
          <p:cNvSpPr/>
          <p:nvPr/>
        </p:nvSpPr>
        <p:spPr>
          <a:xfrm>
            <a:off x="5346700" y="977900"/>
            <a:ext cx="228600" cy="2286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2B579A"/>
          </a:solidFill>
          <a:ln>
            <a:noFill/>
          </a:ln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05" name="RL0"/>
          <p:cNvSpPr/>
          <p:nvPr/>
        </p:nvSpPr>
        <p:spPr>
          <a:xfrm>
            <a:off x="4826000" y="965200"/>
            <a:ext cx="4826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ko-KR" sz="1800" dirty="0">
                <a:solidFill>
                  <a:srgbClr val="555555"/>
                </a:solidFill>
                <a:latin typeface="맑은 고딕"/>
                <a:ea typeface="맑은 고딕"/>
              </a:rPr>
              <a:t>요청</a:t>
            </a:r>
          </a:p>
        </p:txBody>
      </p:sp>
      <p:sp>
        <p:nvSpPr>
          <p:cNvPr id="106" name="UA0"/>
          <p:cNvSpPr/>
          <p:nvPr/>
        </p:nvSpPr>
        <p:spPr>
          <a:xfrm>
            <a:off x="6616700" y="977900"/>
            <a:ext cx="228600" cy="228600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555555"/>
          </a:solidFill>
          <a:ln>
            <a:noFill/>
          </a:ln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07" name="SL0"/>
          <p:cNvSpPr/>
          <p:nvPr/>
        </p:nvSpPr>
        <p:spPr>
          <a:xfrm>
            <a:off x="6883400" y="965200"/>
            <a:ext cx="4826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ko-KR" sz="1800" dirty="0">
                <a:solidFill>
                  <a:srgbClr val="555555"/>
                </a:solidFill>
                <a:latin typeface="맑은 고딕"/>
                <a:ea typeface="맑은 고딕"/>
              </a:rPr>
              <a:t>응답</a:t>
            </a:r>
          </a:p>
        </p:txBody>
      </p:sp>
      <p:sp>
        <p:nvSpPr>
          <p:cNvPr id="108" name="L1"/>
          <p:cNvSpPr/>
          <p:nvPr/>
        </p:nvSpPr>
        <p:spPr>
          <a:xfrm>
            <a:off x="127000" y="1270000"/>
            <a:ext cx="11938000" cy="698500"/>
          </a:xfrm>
          <a:prstGeom prst="roundRect">
            <a:avLst>
              <a:gd name="adj" fmla="val 12000"/>
            </a:avLst>
          </a:prstGeom>
          <a:solidFill>
            <a:srgbClr val="D5E8D4"/>
          </a:solidFill>
          <a:ln w="12700">
            <a:solidFill>
              <a:srgbClr val="2D6A4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9" name="LL1"/>
          <p:cNvSpPr/>
          <p:nvPr/>
        </p:nvSpPr>
        <p:spPr>
          <a:xfrm>
            <a:off x="254000" y="1270000"/>
            <a:ext cx="2235200" cy="698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ko-KR" sz="2200" b="1" dirty="0">
                <a:solidFill>
                  <a:srgbClr val="1B5E37"/>
                </a:solidFill>
                <a:latin typeface="맑은 고딕"/>
                <a:ea typeface="맑은 고딕"/>
              </a:rPr>
              <a:t>API 계층 (Express.js)</a:t>
            </a:r>
          </a:p>
        </p:txBody>
      </p:sp>
      <p:sp>
        <p:nvSpPr>
          <p:cNvPr id="110" name="C10"/>
          <p:cNvSpPr/>
          <p:nvPr/>
        </p:nvSpPr>
        <p:spPr>
          <a:xfrm>
            <a:off x="2590800" y="1358900"/>
            <a:ext cx="3073400" cy="5334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2D6A4F"/>
            </a:solidFill>
          </a:ln>
        </p:spPr>
        <p:txBody>
          <a:bodyPr wrap="square" lIns="18000" tIns="0" rIns="18000" bIns="0" anchor="ctr"/>
          <a:lstStyle/>
          <a:p>
            <a:pPr algn="ctr">
              <a:buNone/>
            </a:pPr>
            <a:r>
              <a:rPr lang="ko-KR" sz="1800" b="1" dirty="0">
                <a:solidFill>
                  <a:srgbClr val="333333"/>
                </a:solidFill>
                <a:latin typeface="맑은 고딕"/>
                <a:ea typeface="맑은 고딕"/>
              </a:rPr>
              <a:t>요청 접수</a:t>
            </a:r>
          </a:p>
        </p:txBody>
      </p:sp>
      <p:sp>
        <p:nvSpPr>
          <p:cNvPr id="111" name="C11"/>
          <p:cNvSpPr/>
          <p:nvPr/>
        </p:nvSpPr>
        <p:spPr>
          <a:xfrm>
            <a:off x="5765800" y="1358900"/>
            <a:ext cx="3073400" cy="5334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2D6A4F"/>
            </a:solidFill>
          </a:ln>
        </p:spPr>
        <p:txBody>
          <a:bodyPr wrap="square" lIns="18000" tIns="0" rIns="18000" bIns="0" anchor="ctr"/>
          <a:lstStyle/>
          <a:p>
            <a:pPr algn="ctr">
              <a:buNone/>
            </a:pPr>
            <a:r>
              <a:rPr lang="ko-KR" sz="1800" b="1" dirty="0">
                <a:solidFill>
                  <a:srgbClr val="333333"/>
                </a:solidFill>
                <a:latin typeface="맑은 고딕"/>
                <a:ea typeface="맑은 고딕"/>
              </a:rPr>
              <a:t>스케줄러 전환</a:t>
            </a:r>
          </a:p>
        </p:txBody>
      </p:sp>
      <p:sp>
        <p:nvSpPr>
          <p:cNvPr id="112" name="C12"/>
          <p:cNvSpPr/>
          <p:nvPr/>
        </p:nvSpPr>
        <p:spPr>
          <a:xfrm>
            <a:off x="8940800" y="1358900"/>
            <a:ext cx="3073400" cy="5334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2D6A4F"/>
            </a:solidFill>
          </a:ln>
        </p:spPr>
        <p:txBody>
          <a:bodyPr wrap="square" lIns="18000" tIns="0" rIns="18000" bIns="0" anchor="ctr"/>
          <a:lstStyle/>
          <a:p>
            <a:pPr algn="ctr">
              <a:buNone/>
            </a:pPr>
            <a:r>
              <a:rPr lang="ko-KR" sz="1800" b="1" dirty="0">
                <a:solidFill>
                  <a:srgbClr val="333333"/>
                </a:solidFill>
                <a:latin typeface="맑은 고딕"/>
                <a:ea typeface="맑은 고딕"/>
              </a:rPr>
              <a:t>통계 조회</a:t>
            </a:r>
          </a:p>
        </p:txBody>
      </p:sp>
      <p:sp>
        <p:nvSpPr>
          <p:cNvPr id="113" name="DA1"/>
          <p:cNvSpPr/>
          <p:nvPr/>
        </p:nvSpPr>
        <p:spPr>
          <a:xfrm>
            <a:off x="5346700" y="1993900"/>
            <a:ext cx="228600" cy="2286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2D6A4F"/>
          </a:solidFill>
          <a:ln>
            <a:noFill/>
          </a:ln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14" name="RL1"/>
          <p:cNvSpPr/>
          <p:nvPr/>
        </p:nvSpPr>
        <p:spPr>
          <a:xfrm>
            <a:off x="4826000" y="1981200"/>
            <a:ext cx="4826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ko-KR" sz="1800" dirty="0">
                <a:solidFill>
                  <a:srgbClr val="555555"/>
                </a:solidFill>
                <a:latin typeface="맑은 고딕"/>
                <a:ea typeface="맑은 고딕"/>
              </a:rPr>
              <a:t>요청</a:t>
            </a:r>
          </a:p>
        </p:txBody>
      </p:sp>
      <p:sp>
        <p:nvSpPr>
          <p:cNvPr id="115" name="UA1"/>
          <p:cNvSpPr/>
          <p:nvPr/>
        </p:nvSpPr>
        <p:spPr>
          <a:xfrm>
            <a:off x="6616700" y="1993900"/>
            <a:ext cx="228600" cy="228600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555555"/>
          </a:solidFill>
          <a:ln>
            <a:noFill/>
          </a:ln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16" name="SL1"/>
          <p:cNvSpPr/>
          <p:nvPr/>
        </p:nvSpPr>
        <p:spPr>
          <a:xfrm>
            <a:off x="6883400" y="1981200"/>
            <a:ext cx="4826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ko-KR" sz="1800" dirty="0">
                <a:solidFill>
                  <a:srgbClr val="555555"/>
                </a:solidFill>
                <a:latin typeface="맑은 고딕"/>
                <a:ea typeface="맑은 고딕"/>
              </a:rPr>
              <a:t>응답</a:t>
            </a:r>
          </a:p>
        </p:txBody>
      </p:sp>
      <p:sp>
        <p:nvSpPr>
          <p:cNvPr id="117" name="L2"/>
          <p:cNvSpPr/>
          <p:nvPr/>
        </p:nvSpPr>
        <p:spPr>
          <a:xfrm>
            <a:off x="127000" y="2286000"/>
            <a:ext cx="11938000" cy="698500"/>
          </a:xfrm>
          <a:prstGeom prst="roundRect">
            <a:avLst>
              <a:gd name="adj" fmla="val 12000"/>
            </a:avLst>
          </a:prstGeom>
          <a:solidFill>
            <a:srgbClr val="FFF2CC"/>
          </a:solidFill>
          <a:ln w="12700">
            <a:solidFill>
              <a:srgbClr val="BF8F0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8" name="LL2"/>
          <p:cNvSpPr/>
          <p:nvPr/>
        </p:nvSpPr>
        <p:spPr>
          <a:xfrm>
            <a:off x="254000" y="2286000"/>
            <a:ext cx="2235200" cy="698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ko-KR" sz="2200" b="1" dirty="0">
                <a:solidFill>
                  <a:srgbClr val="7C5C00"/>
                </a:solidFill>
                <a:latin typeface="맑은 고딕"/>
                <a:ea typeface="맑은 고딕"/>
              </a:rPr>
              <a:t>스케줄러 계층</a:t>
            </a:r>
          </a:p>
        </p:txBody>
      </p:sp>
      <p:sp>
        <p:nvSpPr>
          <p:cNvPr id="119" name="C20"/>
          <p:cNvSpPr/>
          <p:nvPr/>
        </p:nvSpPr>
        <p:spPr>
          <a:xfrm>
            <a:off x="2590800" y="2374900"/>
            <a:ext cx="2279650" cy="5334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BF8F00"/>
            </a:solidFill>
          </a:ln>
        </p:spPr>
        <p:txBody>
          <a:bodyPr wrap="square" lIns="18000" tIns="0" rIns="18000" bIns="0" anchor="ctr"/>
          <a:lstStyle/>
          <a:p>
            <a:pPr algn="ctr">
              <a:buNone/>
            </a:pPr>
            <a:r>
              <a:rPr lang="ko-KR" sz="1800" b="1" dirty="0">
                <a:solidFill>
                  <a:srgbClr val="333333"/>
                </a:solidFill>
                <a:latin typeface="맑은 고딕"/>
                <a:ea typeface="맑은 고딕"/>
              </a:rPr>
              <a:t>FCFS</a:t>
            </a:r>
          </a:p>
        </p:txBody>
      </p:sp>
      <p:sp>
        <p:nvSpPr>
          <p:cNvPr id="120" name="C21"/>
          <p:cNvSpPr/>
          <p:nvPr/>
        </p:nvSpPr>
        <p:spPr>
          <a:xfrm>
            <a:off x="4972050" y="2374900"/>
            <a:ext cx="2279650" cy="5334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BF8F00"/>
            </a:solidFill>
          </a:ln>
        </p:spPr>
        <p:txBody>
          <a:bodyPr wrap="square" lIns="18000" tIns="0" rIns="18000" bIns="0" anchor="ctr"/>
          <a:lstStyle/>
          <a:p>
            <a:pPr algn="ctr">
              <a:buNone/>
            </a:pPr>
            <a:r>
              <a:rPr lang="ko-KR" sz="1800" b="1" dirty="0">
                <a:solidFill>
                  <a:srgbClr val="333333"/>
                </a:solidFill>
                <a:latin typeface="맑은 고딕"/>
                <a:ea typeface="맑은 고딕"/>
              </a:rPr>
              <a:t>Priority</a:t>
            </a:r>
          </a:p>
        </p:txBody>
      </p:sp>
      <p:sp>
        <p:nvSpPr>
          <p:cNvPr id="121" name="C22"/>
          <p:cNvSpPr/>
          <p:nvPr/>
        </p:nvSpPr>
        <p:spPr>
          <a:xfrm>
            <a:off x="7353300" y="2374900"/>
            <a:ext cx="2279650" cy="5334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BF8F00"/>
            </a:solidFill>
          </a:ln>
        </p:spPr>
        <p:txBody>
          <a:bodyPr wrap="square" lIns="18000" tIns="0" rIns="18000" bIns="0" anchor="ctr"/>
          <a:lstStyle/>
          <a:p>
            <a:pPr algn="ctr">
              <a:buNone/>
            </a:pPr>
            <a:r>
              <a:rPr lang="ko-KR" sz="1800" b="1" dirty="0">
                <a:solidFill>
                  <a:srgbClr val="333333"/>
                </a:solidFill>
                <a:latin typeface="맑은 고딕"/>
                <a:ea typeface="맑은 고딕"/>
              </a:rPr>
              <a:t>MLFQ</a:t>
            </a:r>
          </a:p>
        </p:txBody>
      </p:sp>
      <p:sp>
        <p:nvSpPr>
          <p:cNvPr id="122" name="C23"/>
          <p:cNvSpPr/>
          <p:nvPr/>
        </p:nvSpPr>
        <p:spPr>
          <a:xfrm>
            <a:off x="9734550" y="2374900"/>
            <a:ext cx="2279650" cy="5334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BF8F00"/>
            </a:solidFill>
          </a:ln>
        </p:spPr>
        <p:txBody>
          <a:bodyPr wrap="square" lIns="18000" tIns="0" rIns="18000" bIns="0" anchor="ctr"/>
          <a:lstStyle/>
          <a:p>
            <a:pPr algn="ctr">
              <a:buNone/>
            </a:pPr>
            <a:r>
              <a:rPr lang="ko-KR" sz="1800" b="1" dirty="0">
                <a:solidFill>
                  <a:srgbClr val="333333"/>
                </a:solidFill>
                <a:latin typeface="맑은 고딕"/>
                <a:ea typeface="맑은 고딕"/>
              </a:rPr>
              <a:t>WFQ</a:t>
            </a:r>
          </a:p>
        </p:txBody>
      </p:sp>
      <p:sp>
        <p:nvSpPr>
          <p:cNvPr id="123" name="DA2"/>
          <p:cNvSpPr/>
          <p:nvPr/>
        </p:nvSpPr>
        <p:spPr>
          <a:xfrm>
            <a:off x="5346700" y="3009900"/>
            <a:ext cx="228600" cy="2286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BF8F00"/>
          </a:solidFill>
          <a:ln>
            <a:noFill/>
          </a:ln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24" name="RL2"/>
          <p:cNvSpPr/>
          <p:nvPr/>
        </p:nvSpPr>
        <p:spPr>
          <a:xfrm>
            <a:off x="4826000" y="2997200"/>
            <a:ext cx="4826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ko-KR" sz="1800" dirty="0">
                <a:solidFill>
                  <a:srgbClr val="555555"/>
                </a:solidFill>
                <a:latin typeface="맑은 고딕"/>
                <a:ea typeface="맑은 고딕"/>
              </a:rPr>
              <a:t>요청</a:t>
            </a:r>
          </a:p>
        </p:txBody>
      </p:sp>
      <p:sp>
        <p:nvSpPr>
          <p:cNvPr id="125" name="UA2"/>
          <p:cNvSpPr/>
          <p:nvPr/>
        </p:nvSpPr>
        <p:spPr>
          <a:xfrm>
            <a:off x="6616700" y="3009900"/>
            <a:ext cx="228600" cy="228600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555555"/>
          </a:solidFill>
          <a:ln>
            <a:noFill/>
          </a:ln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26" name="SL2"/>
          <p:cNvSpPr/>
          <p:nvPr/>
        </p:nvSpPr>
        <p:spPr>
          <a:xfrm>
            <a:off x="6883400" y="2997200"/>
            <a:ext cx="4826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ko-KR" sz="1800" dirty="0">
                <a:solidFill>
                  <a:srgbClr val="555555"/>
                </a:solidFill>
                <a:latin typeface="맑은 고딕"/>
                <a:ea typeface="맑은 고딕"/>
              </a:rPr>
              <a:t>응답</a:t>
            </a:r>
          </a:p>
        </p:txBody>
      </p:sp>
      <p:sp>
        <p:nvSpPr>
          <p:cNvPr id="127" name="L3"/>
          <p:cNvSpPr/>
          <p:nvPr/>
        </p:nvSpPr>
        <p:spPr>
          <a:xfrm>
            <a:off x="127000" y="3302000"/>
            <a:ext cx="11938000" cy="698500"/>
          </a:xfrm>
          <a:prstGeom prst="roundRect">
            <a:avLst>
              <a:gd name="adj" fmla="val 12000"/>
            </a:avLst>
          </a:prstGeom>
          <a:solidFill>
            <a:srgbClr val="E2D9F3"/>
          </a:solidFill>
          <a:ln w="12700">
            <a:solidFill>
              <a:srgbClr val="6B3FA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8" name="LL3"/>
          <p:cNvSpPr/>
          <p:nvPr/>
        </p:nvSpPr>
        <p:spPr>
          <a:xfrm>
            <a:off x="254000" y="3302000"/>
            <a:ext cx="2235200" cy="698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ko-KR" sz="2200" b="1" dirty="0">
                <a:solidFill>
                  <a:srgbClr val="4A2882"/>
                </a:solidFill>
                <a:latin typeface="맑은 고딕"/>
                <a:ea typeface="맑은 고딕"/>
              </a:rPr>
              <a:t>저장소 계층</a:t>
            </a:r>
          </a:p>
        </p:txBody>
      </p:sp>
      <p:sp>
        <p:nvSpPr>
          <p:cNvPr id="129" name="C30"/>
          <p:cNvSpPr/>
          <p:nvPr/>
        </p:nvSpPr>
        <p:spPr>
          <a:xfrm>
            <a:off x="2590800" y="3390900"/>
            <a:ext cx="3073400" cy="5334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6B3FA0"/>
            </a:solidFill>
          </a:ln>
        </p:spPr>
        <p:txBody>
          <a:bodyPr wrap="square" lIns="18000" tIns="0" rIns="18000" bIns="0" anchor="ctr"/>
          <a:lstStyle/>
          <a:p>
            <a:pPr algn="ctr">
              <a:buNone/>
            </a:pPr>
            <a:r>
              <a:rPr lang="ko-KR" sz="1800" b="1" dirty="0">
                <a:solidFill>
                  <a:srgbClr val="333333"/>
                </a:solidFill>
                <a:latin typeface="맑은 고딕"/>
                <a:ea typeface="맑은 고딕"/>
              </a:rPr>
              <a:t>메모리 큐</a:t>
            </a:r>
          </a:p>
        </p:txBody>
      </p:sp>
      <p:sp>
        <p:nvSpPr>
          <p:cNvPr id="130" name="C31"/>
          <p:cNvSpPr/>
          <p:nvPr/>
        </p:nvSpPr>
        <p:spPr>
          <a:xfrm>
            <a:off x="5765800" y="3390900"/>
            <a:ext cx="3073400" cy="5334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6B3FA0"/>
            </a:solidFill>
          </a:ln>
        </p:spPr>
        <p:txBody>
          <a:bodyPr wrap="square" lIns="18000" tIns="0" rIns="18000" bIns="0" anchor="ctr"/>
          <a:lstStyle/>
          <a:p>
            <a:pPr algn="ctr">
              <a:buNone/>
            </a:pPr>
            <a:r>
              <a:rPr lang="ko-KR" sz="1800" b="1" dirty="0">
                <a:solidFill>
                  <a:srgbClr val="333333"/>
                </a:solidFill>
                <a:latin typeface="맑은 고딕"/>
                <a:ea typeface="맑은 고딕"/>
              </a:rPr>
              <a:t>JSON 로그</a:t>
            </a:r>
          </a:p>
        </p:txBody>
      </p:sp>
      <p:sp>
        <p:nvSpPr>
          <p:cNvPr id="131" name="C32"/>
          <p:cNvSpPr/>
          <p:nvPr/>
        </p:nvSpPr>
        <p:spPr>
          <a:xfrm>
            <a:off x="8940800" y="3390900"/>
            <a:ext cx="3073400" cy="5334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6B3FA0"/>
            </a:solidFill>
          </a:ln>
        </p:spPr>
        <p:txBody>
          <a:bodyPr wrap="square" lIns="18000" tIns="0" rIns="18000" bIns="0" anchor="ctr"/>
          <a:lstStyle/>
          <a:p>
            <a:pPr algn="ctr">
              <a:buNone/>
            </a:pPr>
            <a:r>
              <a:rPr lang="ko-KR" sz="1800" b="1" dirty="0">
                <a:solidFill>
                  <a:srgbClr val="333333"/>
                </a:solidFill>
                <a:latin typeface="맑은 고딕"/>
                <a:ea typeface="맑은 고딕"/>
              </a:rPr>
              <a:t>Ollama</a:t>
            </a:r>
          </a:p>
        </p:txBody>
      </p:sp>
    </p:spTree>
    <p:extLst>
      <p:ext uri="{BB962C8B-B14F-4D97-AF65-F5344CB8AC3E}">
        <p14:creationId xmlns:p14="http://schemas.microsoft.com/office/powerpoint/2010/main" val="36093928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S0"/>
          <p:cNvSpPr/>
          <p:nvPr/>
        </p:nvSpPr>
        <p:spPr>
          <a:xfrm>
            <a:off x="127000" y="381000"/>
            <a:ext cx="1778000" cy="1168400"/>
          </a:xfrm>
          <a:prstGeom prst="roundRect">
            <a:avLst>
              <a:gd name="adj" fmla="val 10000"/>
            </a:avLst>
          </a:prstGeom>
          <a:solidFill>
            <a:srgbClr val="F0F4F8"/>
          </a:solidFill>
          <a:ln w="9525">
            <a:solidFill>
              <a:srgbClr val="2B579A"/>
            </a:solidFill>
          </a:ln>
        </p:spPr>
        <p:txBody>
          <a:bodyPr wrap="square" lIns="36000" tIns="18000" rIns="36000" bIns="0" anchor="t"/>
          <a:lstStyle/>
          <a:p>
            <a:pPr algn="ctr">
              <a:buNone/>
            </a:pPr>
            <a:r>
              <a:rPr lang="ko-KR" sz="1800" b="1" dirty="0">
                <a:solidFill>
                  <a:srgbClr val="2B579A"/>
                </a:solidFill>
                <a:latin typeface="맑은 고딕"/>
                <a:ea typeface="맑은 고딕"/>
              </a:rPr>
              <a:t>1. 요청 전송</a:t>
            </a:r>
          </a:p>
          <a:p>
            <a:pPr algn="ctr">
              <a:buNone/>
            </a:pPr>
            <a:r>
              <a:rPr lang="ko-KR" sz="1600" dirty="0">
                <a:solidFill>
                  <a:srgbClr val="555555"/>
                </a:solidFill>
                <a:latin typeface="맑은 고딕"/>
                <a:ea typeface="맑은 고딕"/>
              </a:rPr>
              <a:t>POST /api/requests</a:t>
            </a:r>
          </a:p>
        </p:txBody>
      </p:sp>
      <p:sp>
        <p:nvSpPr>
          <p:cNvPr id="201" name="St0"/>
          <p:cNvSpPr/>
          <p:nvPr/>
        </p:nvSpPr>
        <p:spPr>
          <a:xfrm>
            <a:off x="254000" y="1206500"/>
            <a:ext cx="1524000" cy="279400"/>
          </a:xfrm>
          <a:prstGeom prst="roundRect">
            <a:avLst>
              <a:gd name="adj" fmla="val 50000"/>
            </a:avLst>
          </a:prstGeom>
          <a:solidFill>
            <a:srgbClr val="FFF3CD"/>
          </a:solidFill>
          <a:ln w="6350">
            <a:solidFill>
              <a:srgbClr val="C9A227"/>
            </a:solidFill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400" b="1" dirty="0">
                <a:solidFill>
                  <a:srgbClr val="856404"/>
                </a:solidFill>
                <a:latin typeface="맑은 고딕"/>
                <a:ea typeface="맑은 고딕"/>
              </a:rPr>
              <a:t>PENDING</a:t>
            </a:r>
          </a:p>
        </p:txBody>
      </p:sp>
      <p:sp>
        <p:nvSpPr>
          <p:cNvPr id="202" name="A0"/>
          <p:cNvSpPr/>
          <p:nvPr/>
        </p:nvSpPr>
        <p:spPr>
          <a:xfrm>
            <a:off x="1955800" y="838200"/>
            <a:ext cx="152400" cy="254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999999"/>
          </a:solidFill>
          <a:ln>
            <a:noFill/>
          </a:ln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03" name="S1"/>
          <p:cNvSpPr/>
          <p:nvPr/>
        </p:nvSpPr>
        <p:spPr>
          <a:xfrm>
            <a:off x="2159000" y="381000"/>
            <a:ext cx="1778000" cy="1168400"/>
          </a:xfrm>
          <a:prstGeom prst="roundRect">
            <a:avLst>
              <a:gd name="adj" fmla="val 10000"/>
            </a:avLst>
          </a:prstGeom>
          <a:solidFill>
            <a:srgbClr val="F0F4F8"/>
          </a:solidFill>
          <a:ln w="9525">
            <a:solidFill>
              <a:srgbClr val="2B579A"/>
            </a:solidFill>
          </a:ln>
        </p:spPr>
        <p:txBody>
          <a:bodyPr wrap="square" lIns="36000" tIns="18000" rIns="36000" bIns="0" anchor="t"/>
          <a:lstStyle/>
          <a:p>
            <a:pPr algn="ctr">
              <a:buNone/>
            </a:pPr>
            <a:r>
              <a:rPr lang="ko-KR" sz="1800" b="1" dirty="0">
                <a:solidFill>
                  <a:srgbClr val="2B579A"/>
                </a:solidFill>
                <a:latin typeface="맑은 고딕"/>
                <a:ea typeface="맑은 고딕"/>
              </a:rPr>
              <a:t>2. 입력 검증</a:t>
            </a:r>
          </a:p>
          <a:p>
            <a:pPr algn="ctr">
              <a:buNone/>
            </a:pPr>
            <a:r>
              <a:rPr lang="ko-KR" sz="1600" dirty="0">
                <a:solidFill>
                  <a:srgbClr val="555555"/>
                </a:solidFill>
                <a:latin typeface="맑은 고딕"/>
                <a:ea typeface="맑은 고딕"/>
              </a:rPr>
              <a:t>API 계층</a:t>
            </a:r>
          </a:p>
        </p:txBody>
      </p:sp>
      <p:sp>
        <p:nvSpPr>
          <p:cNvPr id="204" name="St1"/>
          <p:cNvSpPr/>
          <p:nvPr/>
        </p:nvSpPr>
        <p:spPr>
          <a:xfrm>
            <a:off x="2286000" y="1206500"/>
            <a:ext cx="1524000" cy="279400"/>
          </a:xfrm>
          <a:prstGeom prst="roundRect">
            <a:avLst>
              <a:gd name="adj" fmla="val 50000"/>
            </a:avLst>
          </a:prstGeom>
          <a:solidFill>
            <a:srgbClr val="FFF3CD"/>
          </a:solidFill>
          <a:ln w="6350">
            <a:solidFill>
              <a:srgbClr val="C9A227"/>
            </a:solidFill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400" b="1" dirty="0">
                <a:solidFill>
                  <a:srgbClr val="856404"/>
                </a:solidFill>
                <a:latin typeface="맑은 고딕"/>
                <a:ea typeface="맑은 고딕"/>
              </a:rPr>
              <a:t>PENDING</a:t>
            </a:r>
          </a:p>
        </p:txBody>
      </p:sp>
      <p:sp>
        <p:nvSpPr>
          <p:cNvPr id="205" name="A1"/>
          <p:cNvSpPr/>
          <p:nvPr/>
        </p:nvSpPr>
        <p:spPr>
          <a:xfrm>
            <a:off x="3987800" y="838200"/>
            <a:ext cx="152400" cy="254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999999"/>
          </a:solidFill>
          <a:ln>
            <a:noFill/>
          </a:ln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06" name="S2"/>
          <p:cNvSpPr/>
          <p:nvPr/>
        </p:nvSpPr>
        <p:spPr>
          <a:xfrm>
            <a:off x="4191000" y="381000"/>
            <a:ext cx="1778000" cy="1168400"/>
          </a:xfrm>
          <a:prstGeom prst="roundRect">
            <a:avLst>
              <a:gd name="adj" fmla="val 10000"/>
            </a:avLst>
          </a:prstGeom>
          <a:solidFill>
            <a:srgbClr val="F0F4F8"/>
          </a:solidFill>
          <a:ln w="9525">
            <a:solidFill>
              <a:srgbClr val="2B579A"/>
            </a:solidFill>
          </a:ln>
        </p:spPr>
        <p:txBody>
          <a:bodyPr wrap="square" lIns="36000" tIns="18000" rIns="36000" bIns="0" anchor="t"/>
          <a:lstStyle/>
          <a:p>
            <a:pPr algn="ctr">
              <a:buNone/>
            </a:pPr>
            <a:r>
              <a:rPr lang="ko-KR" sz="1800" b="1" dirty="0">
                <a:solidFill>
                  <a:srgbClr val="2B579A"/>
                </a:solidFill>
                <a:latin typeface="맑은 고딕"/>
                <a:ea typeface="맑은 고딕"/>
              </a:rPr>
              <a:t>3. 큐 등록</a:t>
            </a:r>
          </a:p>
          <a:p>
            <a:pPr algn="ctr">
              <a:buNone/>
            </a:pPr>
            <a:r>
              <a:rPr lang="ko-KR" sz="1600" dirty="0">
                <a:solidFill>
                  <a:srgbClr val="555555"/>
                </a:solidFill>
                <a:latin typeface="맑은 고딕"/>
                <a:ea typeface="맑은 고딕"/>
              </a:rPr>
              <a:t>enqueue()</a:t>
            </a:r>
          </a:p>
        </p:txBody>
      </p:sp>
      <p:sp>
        <p:nvSpPr>
          <p:cNvPr id="207" name="St2"/>
          <p:cNvSpPr/>
          <p:nvPr/>
        </p:nvSpPr>
        <p:spPr>
          <a:xfrm>
            <a:off x="4318000" y="1206500"/>
            <a:ext cx="1524000" cy="279400"/>
          </a:xfrm>
          <a:prstGeom prst="roundRect">
            <a:avLst>
              <a:gd name="adj" fmla="val 50000"/>
            </a:avLst>
          </a:prstGeom>
          <a:solidFill>
            <a:srgbClr val="D4EDDA"/>
          </a:solidFill>
          <a:ln w="6350">
            <a:solidFill>
              <a:srgbClr val="28A745"/>
            </a:solidFill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400" b="1" dirty="0">
                <a:solidFill>
                  <a:srgbClr val="155724"/>
                </a:solidFill>
                <a:latin typeface="맑은 고딕"/>
                <a:ea typeface="맑은 고딕"/>
              </a:rPr>
              <a:t>QUEUED</a:t>
            </a:r>
          </a:p>
        </p:txBody>
      </p:sp>
      <p:sp>
        <p:nvSpPr>
          <p:cNvPr id="208" name="A2"/>
          <p:cNvSpPr/>
          <p:nvPr/>
        </p:nvSpPr>
        <p:spPr>
          <a:xfrm>
            <a:off x="6019800" y="838200"/>
            <a:ext cx="152400" cy="254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999999"/>
          </a:solidFill>
          <a:ln>
            <a:noFill/>
          </a:ln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09" name="S3"/>
          <p:cNvSpPr/>
          <p:nvPr/>
        </p:nvSpPr>
        <p:spPr>
          <a:xfrm>
            <a:off x="6223000" y="381000"/>
            <a:ext cx="1778000" cy="1168400"/>
          </a:xfrm>
          <a:prstGeom prst="roundRect">
            <a:avLst>
              <a:gd name="adj" fmla="val 10000"/>
            </a:avLst>
          </a:prstGeom>
          <a:solidFill>
            <a:srgbClr val="F0F4F8"/>
          </a:solidFill>
          <a:ln w="9525">
            <a:solidFill>
              <a:srgbClr val="2B579A"/>
            </a:solidFill>
          </a:ln>
        </p:spPr>
        <p:txBody>
          <a:bodyPr wrap="square" lIns="36000" tIns="18000" rIns="36000" bIns="0" anchor="t"/>
          <a:lstStyle/>
          <a:p>
            <a:pPr algn="ctr">
              <a:buNone/>
            </a:pPr>
            <a:r>
              <a:rPr lang="ko-KR" sz="1800" b="1" dirty="0">
                <a:solidFill>
                  <a:srgbClr val="2B579A"/>
                </a:solidFill>
                <a:latin typeface="맑은 고딕"/>
                <a:ea typeface="맑은 고딕"/>
              </a:rPr>
              <a:t>4. 스케줄링</a:t>
            </a:r>
          </a:p>
          <a:p>
            <a:pPr algn="ctr">
              <a:buNone/>
            </a:pPr>
            <a:r>
              <a:rPr lang="ko-KR" sz="1600" dirty="0">
                <a:solidFill>
                  <a:srgbClr val="555555"/>
                </a:solidFill>
                <a:latin typeface="맑은 고딕"/>
                <a:ea typeface="맑은 고딕"/>
              </a:rPr>
              <a:t>dequeue()</a:t>
            </a:r>
          </a:p>
        </p:txBody>
      </p:sp>
      <p:sp>
        <p:nvSpPr>
          <p:cNvPr id="210" name="St3"/>
          <p:cNvSpPr/>
          <p:nvPr/>
        </p:nvSpPr>
        <p:spPr>
          <a:xfrm>
            <a:off x="6350000" y="1206500"/>
            <a:ext cx="1524000" cy="279400"/>
          </a:xfrm>
          <a:prstGeom prst="roundRect">
            <a:avLst>
              <a:gd name="adj" fmla="val 50000"/>
            </a:avLst>
          </a:prstGeom>
          <a:solidFill>
            <a:srgbClr val="CCE5FF"/>
          </a:solidFill>
          <a:ln w="6350">
            <a:solidFill>
              <a:srgbClr val="2B579A"/>
            </a:solidFill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400" b="1" dirty="0">
                <a:solidFill>
                  <a:srgbClr val="004085"/>
                </a:solidFill>
                <a:latin typeface="맑은 고딕"/>
                <a:ea typeface="맑은 고딕"/>
              </a:rPr>
              <a:t>PROCESSING</a:t>
            </a:r>
          </a:p>
        </p:txBody>
      </p:sp>
      <p:sp>
        <p:nvSpPr>
          <p:cNvPr id="211" name="A3"/>
          <p:cNvSpPr/>
          <p:nvPr/>
        </p:nvSpPr>
        <p:spPr>
          <a:xfrm>
            <a:off x="8051800" y="838200"/>
            <a:ext cx="152400" cy="254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999999"/>
          </a:solidFill>
          <a:ln>
            <a:noFill/>
          </a:ln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12" name="S4"/>
          <p:cNvSpPr/>
          <p:nvPr/>
        </p:nvSpPr>
        <p:spPr>
          <a:xfrm>
            <a:off x="8255000" y="381000"/>
            <a:ext cx="1778000" cy="1168400"/>
          </a:xfrm>
          <a:prstGeom prst="roundRect">
            <a:avLst>
              <a:gd name="adj" fmla="val 10000"/>
            </a:avLst>
          </a:prstGeom>
          <a:solidFill>
            <a:srgbClr val="F0F4F8"/>
          </a:solidFill>
          <a:ln w="9525">
            <a:solidFill>
              <a:srgbClr val="2B579A"/>
            </a:solidFill>
          </a:ln>
        </p:spPr>
        <p:txBody>
          <a:bodyPr wrap="square" lIns="36000" tIns="18000" rIns="36000" bIns="0" anchor="t"/>
          <a:lstStyle/>
          <a:p>
            <a:pPr algn="ctr">
              <a:buNone/>
            </a:pPr>
            <a:r>
              <a:rPr lang="ko-KR" sz="1800" b="1" dirty="0">
                <a:solidFill>
                  <a:srgbClr val="2B579A"/>
                </a:solidFill>
                <a:latin typeface="맑은 고딕"/>
                <a:ea typeface="맑은 고딕"/>
              </a:rPr>
              <a:t>5. LLM 호출</a:t>
            </a:r>
          </a:p>
          <a:p>
            <a:pPr algn="ctr">
              <a:buNone/>
            </a:pPr>
            <a:r>
              <a:rPr lang="ko-KR" sz="1600" dirty="0">
                <a:solidFill>
                  <a:srgbClr val="555555"/>
                </a:solidFill>
                <a:latin typeface="맑은 고딕"/>
                <a:ea typeface="맑은 고딕"/>
              </a:rPr>
              <a:t>Ollama API</a:t>
            </a:r>
          </a:p>
        </p:txBody>
      </p:sp>
      <p:sp>
        <p:nvSpPr>
          <p:cNvPr id="213" name="St4"/>
          <p:cNvSpPr/>
          <p:nvPr/>
        </p:nvSpPr>
        <p:spPr>
          <a:xfrm>
            <a:off x="8382000" y="1206500"/>
            <a:ext cx="1524000" cy="279400"/>
          </a:xfrm>
          <a:prstGeom prst="roundRect">
            <a:avLst>
              <a:gd name="adj" fmla="val 50000"/>
            </a:avLst>
          </a:prstGeom>
          <a:solidFill>
            <a:srgbClr val="CCE5FF"/>
          </a:solidFill>
          <a:ln w="6350">
            <a:solidFill>
              <a:srgbClr val="2B579A"/>
            </a:solidFill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400" b="1" dirty="0">
                <a:solidFill>
                  <a:srgbClr val="004085"/>
                </a:solidFill>
                <a:latin typeface="맑은 고딕"/>
                <a:ea typeface="맑은 고딕"/>
              </a:rPr>
              <a:t>PROCESSING</a:t>
            </a:r>
          </a:p>
        </p:txBody>
      </p:sp>
      <p:sp>
        <p:nvSpPr>
          <p:cNvPr id="214" name="A4"/>
          <p:cNvSpPr/>
          <p:nvPr/>
        </p:nvSpPr>
        <p:spPr>
          <a:xfrm>
            <a:off x="10083800" y="838200"/>
            <a:ext cx="152400" cy="254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999999"/>
          </a:solidFill>
          <a:ln>
            <a:noFill/>
          </a:ln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15" name="S5"/>
          <p:cNvSpPr/>
          <p:nvPr/>
        </p:nvSpPr>
        <p:spPr>
          <a:xfrm>
            <a:off x="10287000" y="381000"/>
            <a:ext cx="1778000" cy="1168400"/>
          </a:xfrm>
          <a:prstGeom prst="roundRect">
            <a:avLst>
              <a:gd name="adj" fmla="val 10000"/>
            </a:avLst>
          </a:prstGeom>
          <a:solidFill>
            <a:srgbClr val="F0F4F8"/>
          </a:solidFill>
          <a:ln w="9525">
            <a:solidFill>
              <a:srgbClr val="2B579A"/>
            </a:solidFill>
          </a:ln>
        </p:spPr>
        <p:txBody>
          <a:bodyPr wrap="square" lIns="36000" tIns="18000" rIns="36000" bIns="0" anchor="t"/>
          <a:lstStyle/>
          <a:p>
            <a:pPr algn="ctr">
              <a:buNone/>
            </a:pPr>
            <a:r>
              <a:rPr lang="ko-KR" sz="1800" b="1" dirty="0">
                <a:solidFill>
                  <a:srgbClr val="2B579A"/>
                </a:solidFill>
                <a:latin typeface="맑은 고딕"/>
                <a:ea typeface="맑은 고딕"/>
              </a:rPr>
              <a:t>6. 응답 반환</a:t>
            </a:r>
          </a:p>
          <a:p>
            <a:pPr algn="ctr">
              <a:buNone/>
            </a:pPr>
            <a:r>
              <a:rPr lang="ko-KR" sz="1600" dirty="0">
                <a:solidFill>
                  <a:srgbClr val="555555"/>
                </a:solidFill>
                <a:latin typeface="맑은 고딕"/>
                <a:ea typeface="맑은 고딕"/>
              </a:rPr>
              <a:t>JSON 로그</a:t>
            </a:r>
          </a:p>
        </p:txBody>
      </p:sp>
      <p:sp>
        <p:nvSpPr>
          <p:cNvPr id="216" name="St5"/>
          <p:cNvSpPr/>
          <p:nvPr/>
        </p:nvSpPr>
        <p:spPr>
          <a:xfrm>
            <a:off x="10414000" y="1206500"/>
            <a:ext cx="1524000" cy="279400"/>
          </a:xfrm>
          <a:prstGeom prst="roundRect">
            <a:avLst>
              <a:gd name="adj" fmla="val 50000"/>
            </a:avLst>
          </a:prstGeom>
          <a:solidFill>
            <a:srgbClr val="D5E8D4"/>
          </a:solidFill>
          <a:ln w="6350">
            <a:solidFill>
              <a:srgbClr val="2D6A4F"/>
            </a:solidFill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400" b="1" dirty="0">
                <a:solidFill>
                  <a:srgbClr val="1B5E37"/>
                </a:solidFill>
                <a:latin typeface="맑은 고딕"/>
                <a:ea typeface="맑은 고딕"/>
              </a:rPr>
              <a:t>COMPLETED</a:t>
            </a:r>
          </a:p>
        </p:txBody>
      </p:sp>
      <p:sp>
        <p:nvSpPr>
          <p:cNvPr id="217" name="LC"/>
          <p:cNvSpPr/>
          <p:nvPr/>
        </p:nvSpPr>
        <p:spPr>
          <a:xfrm>
            <a:off x="127000" y="1676400"/>
            <a:ext cx="11938000" cy="444500"/>
          </a:xfrm>
          <a:prstGeom prst="rect">
            <a:avLst/>
          </a:prstGeom>
          <a:solidFill>
            <a:srgbClr val="FAFAFA"/>
          </a:solidFill>
          <a:ln w="9525">
            <a:solidFill>
              <a:srgbClr val="999999"/>
            </a:solidFill>
          </a:ln>
        </p:spPr>
        <p:txBody>
          <a:bodyPr wrap="square" lIns="54000" tIns="0" rIns="54000" bIns="0" anchor="ctr"/>
          <a:lstStyle/>
          <a:p>
            <a:pPr algn="l">
              <a:buNone/>
            </a:pPr>
            <a:r>
              <a:rPr lang="ko-KR" sz="1600" b="1" dirty="0">
                <a:solidFill>
                  <a:srgbClr val="1A1A1A"/>
                </a:solidFill>
                <a:latin typeface="맑은 고딕"/>
                <a:ea typeface="맑은 고딕"/>
              </a:rPr>
              <a:t>요청 수명 주기:  </a:t>
            </a:r>
            <a:r>
              <a:rPr lang="en-US" sz="1600" b="1" dirty="0">
                <a:solidFill>
                  <a:srgbClr val="856404"/>
                </a:solidFill>
                <a:latin typeface="맑은 고딕"/>
              </a:rPr>
              <a:t>PENDING</a:t>
            </a:r>
            <a:r>
              <a:rPr lang="en-US" sz="1600" dirty="0">
                <a:solidFill>
                  <a:srgbClr val="555555"/>
                </a:solidFill>
                <a:latin typeface="맑은 고딕"/>
              </a:rPr>
              <a:t> → </a:t>
            </a:r>
            <a:r>
              <a:rPr lang="en-US" sz="1600" b="1" dirty="0">
                <a:solidFill>
                  <a:srgbClr val="155724"/>
                </a:solidFill>
                <a:latin typeface="맑은 고딕"/>
              </a:rPr>
              <a:t>QUEUED</a:t>
            </a:r>
            <a:r>
              <a:rPr lang="en-US" sz="1600" dirty="0">
                <a:solidFill>
                  <a:srgbClr val="555555"/>
                </a:solidFill>
                <a:latin typeface="맑은 고딕"/>
              </a:rPr>
              <a:t> → </a:t>
            </a:r>
            <a:r>
              <a:rPr lang="en-US" sz="1600" b="1" dirty="0">
                <a:solidFill>
                  <a:srgbClr val="004085"/>
                </a:solidFill>
                <a:latin typeface="맑은 고딕"/>
              </a:rPr>
              <a:t>PROCESSING</a:t>
            </a:r>
            <a:r>
              <a:rPr lang="en-US" sz="1600" dirty="0">
                <a:solidFill>
                  <a:srgbClr val="555555"/>
                </a:solidFill>
                <a:latin typeface="맑은 고딕"/>
              </a:rPr>
              <a:t> → </a:t>
            </a:r>
            <a:r>
              <a:rPr lang="en-US" sz="1600" b="1" dirty="0">
                <a:solidFill>
                  <a:srgbClr val="1B5E37"/>
                </a:solidFill>
                <a:latin typeface="맑은 고딕"/>
              </a:rPr>
              <a:t>COMPLETED</a:t>
            </a:r>
            <a:r>
              <a:rPr lang="ko-KR" sz="1400" i="1" dirty="0">
                <a:solidFill>
                  <a:srgbClr val="555555"/>
                </a:solidFill>
                <a:latin typeface="맑은 고딕"/>
                <a:ea typeface="맑은 고딕"/>
              </a:rPr>
              <a:t>   (각 단계에서 상태가 JSON 로그에 기록됨)</a:t>
            </a:r>
          </a:p>
        </p:txBody>
      </p:sp>
    </p:spTree>
    <p:extLst>
      <p:ext uri="{BB962C8B-B14F-4D97-AF65-F5344CB8AC3E}">
        <p14:creationId xmlns:p14="http://schemas.microsoft.com/office/powerpoint/2010/main" val="39322770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26719A4B-42BC-D94E-8E5C-F20E9BE852A5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5cc4d596-4529-4599-a8cf-c7f2980bef3f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905</TotalTime>
  <Words>102</Words>
  <Application>Microsoft Macintosh PowerPoint</Application>
  <PresentationFormat>와이드스크린</PresentationFormat>
  <Paragraphs>43</Paragraphs>
  <Slides>2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5" baseType="lpstr">
      <vt:lpstr>맑은 고딕</vt:lpstr>
      <vt:lpstr>Arial</vt:lpstr>
      <vt:lpstr>Office Theme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중간보고서 그림</dc:title>
  <dc:subject>PptxGenJS Presentation</dc:subject>
  <dc:creator>서민지 (C235180)</dc:creator>
  <cp:lastModifiedBy>서진석</cp:lastModifiedBy>
  <cp:revision>8</cp:revision>
  <dcterms:created xsi:type="dcterms:W3CDTF">2026-04-09T06:52:37Z</dcterms:created>
  <dcterms:modified xsi:type="dcterms:W3CDTF">2026-04-10T00:29:31Z</dcterms:modified>
</cp:coreProperties>
</file>