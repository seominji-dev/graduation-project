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모듈 구조도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0" y="91440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914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(진입점)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routes.js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22860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D97706">
              <a:alpha val="1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2286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(4개 알고리즘)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64748B">
              <a:alpha val="1500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286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MemoryQueue.js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22860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64748B">
              <a:alpha val="1500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286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JSONStore.js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3474720"/>
            <a:ext cx="4206240" cy="54864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34747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BaseScheduler (enqueue / dequeue 인터페이스)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0" y="429768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297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0" y="429768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4297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429768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4297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429768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4297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347472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474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OllamaClient.js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fig-2-module-structure</dc:title>
  <dc:subject>PptxGenJS Presentation</dc:subject>
  <dc:creator>서민지 (C235180)</dc:creator>
  <cp:lastModifiedBy>서민지 (C235180)</cp:lastModifiedBy>
  <cp:revision>1</cp:revision>
  <dcterms:created xsi:type="dcterms:W3CDTF">2026-03-23T13:32:04Z</dcterms:created>
  <dcterms:modified xsi:type="dcterms:W3CDTF">2026-03-23T13:32:04Z</dcterms:modified>
</cp:coreProperties>
</file>