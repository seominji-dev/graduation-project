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2572</c:v>
                </c:pt>
                <c:pt idx="1">
                  <c:v>2826</c:v>
                </c:pt>
                <c:pt idx="2">
                  <c:v>2572</c:v>
                </c:pt>
                <c:pt idx="3">
                  <c:v>2819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대기시간 (ms)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
(w=100)</c:v>
                  </c:pt>
                  <c:pt idx="1">
                    <c:v>Premium
(w=50)</c:v>
                  </c:pt>
                  <c:pt idx="2">
                    <c:v>Standard
(w=10)</c:v>
                  </c:pt>
                  <c:pt idx="3">
                    <c:v>Free
(w=1)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849</c:v>
                </c:pt>
                <c:pt idx="1">
                  <c:v>2103</c:v>
                </c:pt>
                <c:pt idx="2">
                  <c:v>3431</c:v>
                </c:pt>
                <c:pt idx="3">
                  <c:v>4894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짧은 요청 평균 대기시간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짧은 요청 평균 대기시간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중간 실험 결과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(a) 알고리즘별 평균 대기시간 (100건 실험)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846320" y="731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 WFQ 등급별 대기시간</a:t>
            </a:r>
            <a:endParaRPr lang="en-US" sz="11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846320" y="100584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(c) MLFQ 선점형 효과 — 짧은 요청 대기시간 (10회 반복)</a:t>
            </a:r>
            <a:endParaRPr lang="en-US" sz="1100" dirty="0"/>
          </a:p>
        </p:txBody>
      </p:sp>
      <p:graphicFrame>
        <p:nvGraphicFramePr>
          <p:cNvPr id="8" name="Chart 2" descr=""/>
          <p:cNvGraphicFramePr/>
          <p:nvPr/>
        </p:nvGraphicFramePr>
        <p:xfrm>
          <a:off x="274320" y="3749040"/>
          <a:ext cx="4114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4846320" y="37490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029200" y="38404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결과 요약
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URGENT 요청 56% 빠름
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vs Free 5.8배 차이
</a:t>
            </a:r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 약 74% 개선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fig-5-experiment-results</dc:title>
  <dc:subject>PptxGenJS Presentation</dc:subject>
  <dc:creator>서민지 (C235180)</dc:creator>
  <cp:lastModifiedBy>서민지 (C235180)</cp:lastModifiedBy>
  <cp:revision>1</cp:revision>
  <dcterms:created xsi:type="dcterms:W3CDTF">2026-03-23T13:32:04Z</dcterms:created>
  <dcterms:modified xsi:type="dcterms:W3CDTF">2026-03-23T13:32:04Z</dcterms:modified>
</cp:coreProperties>
</file>