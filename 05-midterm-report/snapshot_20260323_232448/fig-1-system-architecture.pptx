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시스템 아키텍처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2563EB">
              <a:alpha val="1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 요청 / 대시보드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059669">
              <a:alpha val="15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 / 스케줄러 전환 / 통계 조회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D97706">
              <a:alpha val="15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520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 / Priority / MLFQ / WFQ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20624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64748B">
              <a:alpha val="15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계층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617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배열 큐 / JSON 파일 / Ollama LLM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737360"/>
            <a:ext cx="548640" cy="27432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2834640"/>
            <a:ext cx="548640" cy="27432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3931920"/>
            <a:ext cx="548640" cy="274320"/>
          </a:xfrm>
          <a:prstGeom prst="downArrow">
            <a:avLst/>
          </a:prstGeom>
          <a:solidFill>
            <a:srgbClr val="CBD5E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fig-1-system-architecture</dc:title>
  <dc:subject>PptxGenJS Presentation</dc:subject>
  <dc:creator>서민지 (C235180)</dc:creator>
  <cp:lastModifiedBy>서민지 (C235180)</cp:lastModifiedBy>
  <cp:revision>1</cp:revision>
  <dcterms:created xsi:type="dcterms:W3CDTF">2026-03-23T13:32:04Z</dcterms:created>
  <dcterms:modified xsi:type="dcterms:W3CDTF">2026-03-23T13:32:04Z</dcterms:modified>
</cp:coreProperties>
</file>