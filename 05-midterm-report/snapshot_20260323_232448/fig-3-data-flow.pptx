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728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09728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큐 등록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94960" y="109728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스케줄링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LLM 호출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1463040"/>
            <a:ext cx="6400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463040"/>
            <a:ext cx="6400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2080" y="1463040"/>
            <a:ext cx="6400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463040"/>
            <a:ext cx="6400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256032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응답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이력 저장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743200"/>
            <a:ext cx="1828800" cy="274320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요청 처리 반복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선택 (런타임 전환 가능)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41148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37160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41148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01752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기준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66344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적응형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41148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30936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배분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2026-03-23T13:32:04Z</dcterms:created>
  <dcterms:modified xsi:type="dcterms:W3CDTF">2026-03-23T13:32:04Z</dcterms:modified>
</cp:coreProperties>
</file>