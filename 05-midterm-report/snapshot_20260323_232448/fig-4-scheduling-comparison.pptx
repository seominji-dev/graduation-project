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스케줄링 알고리즘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(선착순)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371600"/>
            <a:ext cx="45720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691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 (우선순위)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solidFill>
            <a:srgbClr val="EA580C">
              <a:alpha val="3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solidFill>
            <a:srgbClr val="CA8A04">
              <a:alpha val="30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solidFill>
            <a:srgbClr val="65A30D">
              <a:alpha val="30000"/>
            </a:srgbClr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A3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(다단계 피드백 큐)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solidFill>
            <a:srgbClr val="93C5FD">
              <a:alpha val="2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0" y="2926080"/>
            <a:ext cx="365760" cy="118872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3200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(가중치 공정 큐잉)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2560320"/>
            <a:ext cx="32004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2971800"/>
            <a:ext cx="2286000" cy="32004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0" y="3383280"/>
            <a:ext cx="1371600" cy="32004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0" y="3794760"/>
            <a:ext cx="731520" cy="32004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가중치에 비례하여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배분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fig-4-scheduling-comparison</dc:title>
  <dc:subject>PptxGenJS Presentation</dc:subject>
  <dc:creator>서민지 (C235180)</dc:creator>
  <cp:lastModifiedBy>서민지 (C235180)</cp:lastModifiedBy>
  <cp:revision>1</cp:revision>
  <dcterms:created xsi:type="dcterms:W3CDTF">2026-03-23T13:32:04Z</dcterms:created>
  <dcterms:modified xsi:type="dcterms:W3CDTF">2026-03-23T13:32:04Z</dcterms:modified>
</cp:coreProperties>
</file>