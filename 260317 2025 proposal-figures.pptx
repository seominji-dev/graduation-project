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518618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32335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61208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366786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 (전처리 단계)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176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587276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090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078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60253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(전처리 단계)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17929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 · 테넌트별 요청 빈도 제한 · 과부하 방지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7288" y="2625328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2882503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952304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" y="307925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450" y="3241179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4000" y="3003054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0476" y="3050679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4740" y="3003054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216" y="3050679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8441" y="3003054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4916" y="3050679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77309" y="3003054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3784" y="3050679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94000" y="3317379"/>
            <a:ext cx="1998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두 가지 수준 JFI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7288" y="3657005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3914180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50" y="4004667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450" y="413161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94000" y="4136380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9929" y="3914180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8979" y="3933230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1379" y="4060180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1379" y="4222105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5111" y="4141143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7393" y="4150668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Q0:1,000ms Q1:3,000ms Q2:8,000ms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81183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94518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204995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3546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5163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7479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9668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1588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3112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9668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1636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3065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9668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30874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2398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3827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선점으로 짧은 요청 우선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2026-03-17T07:55:09Z</dcterms:created>
  <dcterms:modified xsi:type="dcterms:W3CDTF">2026-03-17T07:55:09Z</dcterms:modified>
</cp:coreProperties>
</file>