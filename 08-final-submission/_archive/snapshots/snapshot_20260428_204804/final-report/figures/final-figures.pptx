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94760" y="809244"/>
            <a:ext cx="5486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4315968" y="749808"/>
            <a:ext cx="118872" cy="146304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698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(서버 구성)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utils/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rateLimiter.js (요청 제한)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49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 ·  외부 의존성: Express.js (1개)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4명 (등급별 1명)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4명 (등급별 1명)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