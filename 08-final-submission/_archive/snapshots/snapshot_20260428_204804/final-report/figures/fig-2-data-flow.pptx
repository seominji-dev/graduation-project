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 데이터 흐름도 (Data Flow)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요청 전송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0312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219456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요청 객체 생성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처리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420624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Rate Limiter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(구독 등급 확인)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or PASS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621792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큐 등록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enqueue()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19188" y="1554480"/>
            <a:ext cx="9144" cy="5943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7159752" y="213055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스케줄링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dequeue()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9768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LLM 처리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API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결과 반환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JSON 기록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6200000">
            <a:off x="411480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6200000">
            <a:off x="612648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07508" y="1554480"/>
            <a:ext cx="9144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Too Many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Requests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2240280"/>
            <a:ext cx="1691640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22860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수명 주기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7472" y="251460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 →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47472" y="267004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QUEUED →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47472" y="2825496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PROCESSING →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47472" y="29809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fig-2-data-flow</dc:title>
  <dc:subject>PptxGenJS Presentation</dc:subject>
  <dc:creator>서민지 (C235180)</dc:creator>
  <cp:lastModifiedBy>서민지 (C235180)</cp:lastModifiedBy>
  <cp:revision>1</cp:revision>
  <dcterms:created xsi:type="dcterms:W3CDTF">2026-04-28T11:23:41Z</dcterms:created>
  <dcterms:modified xsi:type="dcterms:W3CDTF">2026-04-28T11:23:41Z</dcterms:modified>
</cp:coreProperties>
</file>