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432</c:v>
                </c:pt>
                <c:pt idx="1">
                  <c:v>1480</c:v>
                </c:pt>
                <c:pt idx="2">
                  <c:v>2522</c:v>
                </c:pt>
                <c:pt idx="3">
                  <c:v>3561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Priority</c:v>
                </c:pt>
              </c:strCache>
            </c:strRef>
          </c:tx>
          <c:spPr>
            <a:solidFill>
              <a:srgbClr val="6666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664</c:v>
                </c:pt>
                <c:pt idx="1">
                  <c:v>1333</c:v>
                </c:pt>
                <c:pt idx="2">
                  <c:v>2541</c:v>
                </c:pt>
                <c:pt idx="3">
                  <c:v>3371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WFQ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410</c:v>
                </c:pt>
                <c:pt idx="1">
                  <c:v>1458</c:v>
                </c:pt>
                <c:pt idx="2">
                  <c:v>2496</c:v>
                </c:pt>
                <c:pt idx="3">
                  <c:v>3542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8. 실서버 구독 등급별 평균 대기시간 (ms)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실서버 실험 20건 | 단위: ms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fig-7-ollama-tier</dc:title>
  <dc:subject>PptxGenJS Presentation</dc:subject>
  <dc:creator>서민지 (C235180)</dc:creator>
  <cp:lastModifiedBy>서민지 (C235180)</cp:lastModifiedBy>
  <cp:revision>1</cp:revision>
  <dcterms:created xsi:type="dcterms:W3CDTF">2026-04-28T10:18:01Z</dcterms:created>
  <dcterms:modified xsi:type="dcterms:W3CDTF">2026-04-28T10:18:01Z</dcterms:modified>
</cp:coreProperties>
</file>