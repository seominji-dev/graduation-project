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1. 시스템 아키텍처 (System Architecture)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57200" y="68580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740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클라이언트 계층 (Client)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82696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REST Client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69864" y="941832"/>
            <a:ext cx="23774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대시보드 (Dashboard)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78308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3794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API 계층 (Express.js + Rate Limiter)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15768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 접수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42816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전환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769864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통계 조회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96912" y="203911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Rate Limiter (구독 등급·429 응답)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57200" y="288036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293522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스케줄러 계층 (Scheduler)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715768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FCFS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242816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Priority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69864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MLFQ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296912" y="3136392"/>
            <a:ext cx="1417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WFQ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3977640"/>
            <a:ext cx="8229600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03250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저장소/LLM 계층 (Storage/LLM)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62072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메모리 큐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00600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JSON 로그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solidFill>
            <a:srgbClr val="F5F5F5"/>
          </a:solidFill>
          <a:ln w="6350">
            <a:solidFill>
              <a:srgbClr val="00000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39128" y="4233672"/>
            <a:ext cx="1828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LLM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110228" y="141732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10800000">
            <a:off x="4041648" y="152704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52044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658868" y="160020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590288" y="141732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166360" y="141732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3" name="Shape 41"/>
          <p:cNvSpPr/>
          <p:nvPr/>
        </p:nvSpPr>
        <p:spPr>
          <a:xfrm>
            <a:off x="4110228" y="251460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10800000">
            <a:off x="4041648" y="262432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52044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46" name="Shape 44"/>
          <p:cNvSpPr/>
          <p:nvPr/>
        </p:nvSpPr>
        <p:spPr>
          <a:xfrm>
            <a:off x="4658868" y="269748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590288" y="251460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166360" y="251460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  <p:sp>
        <p:nvSpPr>
          <p:cNvPr id="49" name="Shape 47"/>
          <p:cNvSpPr/>
          <p:nvPr/>
        </p:nvSpPr>
        <p:spPr>
          <a:xfrm>
            <a:off x="4110228" y="3611880"/>
            <a:ext cx="9144" cy="182880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10800000">
            <a:off x="4041648" y="3721608"/>
            <a:ext cx="146304" cy="91440"/>
          </a:xfrm>
          <a:prstGeom prst="triangle">
            <a:avLst/>
          </a:prstGeom>
          <a:solidFill>
            <a:srgbClr val="333333"/>
          </a:solidFill>
          <a:ln w="635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52044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요청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4658868" y="3794760"/>
            <a:ext cx="9144" cy="182880"/>
          </a:xfrm>
          <a:prstGeom prst="rect">
            <a:avLst/>
          </a:prstGeom>
          <a:solidFill>
            <a:srgbClr val="666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90288" y="3611880"/>
            <a:ext cx="146304" cy="91440"/>
          </a:xfrm>
          <a:prstGeom prst="triangle">
            <a:avLst/>
          </a:prstGeom>
          <a:solidFill>
            <a:srgbClr val="666666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66360" y="3611880"/>
            <a:ext cx="502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6666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응답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fig-1-system-architecture</dc:title>
  <dc:subject>PptxGenJS Presentation</dc:subject>
  <dc:creator>서민지 (C235180)</dc:creator>
  <cp:lastModifiedBy>서민지 (C235180)</cp:lastModifiedBy>
  <cp:revision>1</cp:revision>
  <dcterms:created xsi:type="dcterms:W3CDTF">2026-05-02T00:52:03Z</dcterms:created>
  <dcterms:modified xsi:type="dcterms:W3CDTF">2026-05-02T00:52:03Z</dcterms:modified>
</cp:coreProperties>
</file>