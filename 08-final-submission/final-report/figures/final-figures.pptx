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94760" y="809244"/>
            <a:ext cx="5486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4315968" y="749808"/>
            <a:ext cx="118872" cy="146304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698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(서버 구성)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utils/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rateLimiter.js (요청 제한)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49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 ·  외부 의존성: Express.js (1개)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2026-05-01T10:54:24Z</dcterms:created>
  <dcterms:modified xsi:type="dcterms:W3CDTF">2026-05-01T10:54:24Z</dcterms:modified>
</cp:coreProperties>
</file>