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2. 데이터 흐름도 (Data Flow)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요청 전송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POST /api/requests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0312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rot="5400000">
            <a:off x="219456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요청 객체 생성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8600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처리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11480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rot="5400000">
            <a:off x="420624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9768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9768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Rate Limiter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(구독 등급 확인)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9768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or PASS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126480" y="10927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5400000">
            <a:off x="6217920" y="10424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309360" y="6400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7315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큐 등록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12070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enqueue()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219188" y="1554480"/>
            <a:ext cx="9144" cy="5943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rot="10800000">
            <a:off x="7159752" y="2130552"/>
            <a:ext cx="128016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스케줄링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28600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dequeue()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29768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29768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LLM 처리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9768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API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309360" y="2240280"/>
            <a:ext cx="18288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09360" y="2331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결과 반환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JSON 기록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09360" y="2807208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11480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rot="16200000">
            <a:off x="411480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0" y="2692908"/>
            <a:ext cx="13716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16200000">
            <a:off x="6126480" y="2642616"/>
            <a:ext cx="91440" cy="109728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07508" y="1554480"/>
            <a:ext cx="9144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4389120" y="1993392"/>
            <a:ext cx="1645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429 Too Many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Requests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274320" y="2240280"/>
            <a:ext cx="1691640" cy="914400"/>
          </a:xfrm>
          <a:prstGeom prst="rect">
            <a:avLst/>
          </a:prstGeom>
          <a:solidFill>
            <a:srgbClr val="F5F5F5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0040" y="2286000"/>
            <a:ext cx="1600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수명 주기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47472" y="2514600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PENDING →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347472" y="2670048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QUEUED →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347472" y="2825496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PROCESSING →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347472" y="2980944"/>
            <a:ext cx="15544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COMPLETED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3. 모듈 구조도 (Module Structure)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783080" y="594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index.js (진입점)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794760" y="809244"/>
            <a:ext cx="548640" cy="27432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rot="5400000">
            <a:off x="4315968" y="749808"/>
            <a:ext cx="118872" cy="146304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794760" y="1069848"/>
            <a:ext cx="64008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solidFill>
            <a:srgbClr val="33333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59436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server.js (서버 구성)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86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(라우터)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659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schedulers/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(FCFS, Priority, MLFQ, WFQ)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8620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queue/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(메모리 큐)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2356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storage/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(JSON 저장)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16916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llm/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(Ollama 연동)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618988" y="1051560"/>
            <a:ext cx="9144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367028"/>
            <a:ext cx="7132320" cy="9144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012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10800000">
            <a:off x="9418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386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10800000">
            <a:off x="26791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5886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10800000">
            <a:off x="459943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622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10800000">
            <a:off x="633679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133588" y="1371600"/>
            <a:ext cx="9144" cy="22860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10800000">
            <a:off x="8074152" y="1581912"/>
            <a:ext cx="128016" cy="109728"/>
          </a:xfrm>
          <a:prstGeom prst="triangl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087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호출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3337560" y="256032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solidFill>
            <a:srgbClr val="F5F5F5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292608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utils/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rateLimiter.js (요청 제한)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749040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화살표: 의존 관계 (호출 방향)  ·  외부 의존성: Express.js (1개)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4.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최종보고서 그림</dc:title>
  <dc:subject>PptxGenJS Presentation</dc:subject>
  <dc:creator>서민지 (C235180)</dc:creator>
  <cp:lastModifiedBy>서민지 (C235180)</cp:lastModifiedBy>
  <cp:revision>1</cp:revision>
  <dcterms:created xsi:type="dcterms:W3CDTF">2026-05-02T23:40:08Z</dcterms:created>
  <dcterms:modified xsi:type="dcterms:W3CDTF">2026-05-02T23:40:08Z</dcterms:modified>
</cp:coreProperties>
</file>