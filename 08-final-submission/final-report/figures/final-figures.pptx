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12203</c:v>
                </c:pt>
                <c:pt idx="1">
                  <c:v>12419</c:v>
                </c:pt>
                <c:pt idx="2">
                  <c:v>12203</c:v>
                </c:pt>
                <c:pt idx="3">
                  <c:v>11846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JFI (Jain's Fairness Index)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3333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0.316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실험 환경 구성도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54680" y="5029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생성 (Request Generator)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59562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0800000">
            <a:off x="153619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7598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10800000">
            <a:off x="441655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6348" y="1005840"/>
            <a:ext cx="9144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0800000">
            <a:off x="7296912" y="135331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500건, 4명 (등급별 1명)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순차 도착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10896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5468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선점형 실험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5468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 × 5시드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버스트 패턴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5468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시뮬레이션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9320" y="1463040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0" y="1508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실서버 실험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35040" y="178308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20건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llama3.2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35040" y="2121408"/>
            <a:ext cx="2651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엔진: Ollama LLM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9562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10800000">
            <a:off x="153619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98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0800000">
            <a:off x="441655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6348" y="2331720"/>
            <a:ext cx="9144" cy="1371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0800000">
            <a:off x="7296912" y="245059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8600" y="2560320"/>
            <a:ext cx="8686800" cy="65836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5968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 Layer)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4592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286207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30268" y="3218688"/>
            <a:ext cx="9144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10800000">
            <a:off x="4370832" y="3419856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" y="3520440"/>
            <a:ext cx="86868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520440"/>
            <a:ext cx="8412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측정: 평균 대기시간 · JFI · 요청 유형별 응답시간 · JSON 로그 기록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6. 알고리즘별 평균 대기시간 비교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실험 500건 | 4명 (등급별 1명) | 순차 도착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9. 알고리즘별 Jain's Fairness Index (JFI) 비교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JFI = 1.0이 완전 공정, 낮을수록 불공평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828032"/>
            <a:ext cx="3200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── 1.0 (이상적 공정성)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2026-04-28T10:18:01Z</dcterms:created>
  <dcterms:modified xsi:type="dcterms:W3CDTF">2026-04-28T10:18:01Z</dcterms:modified>
</cp:coreProperties>
</file>