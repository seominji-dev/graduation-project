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즉시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Google Gemma 4 계열의 gemma4:e4b 모델, 등급별 5건씩 총 20건을 동시에 큐에 투입한 뒤 FCFS, Priority, WFQ 세 알고리즘을 비교했습니다. 세 알고리즘 모두 평균 처리 시간이 비슷하게 측정되었습니다.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비선점형 환경에서 알고리즘 간 처리량이 유사한 가운데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 과제로는 토큰 기반 비용 모델, 대시보드 고도화(WebSocket 기반 실시간 갱신), 동일 등급 내 공정성 검증, 대규모 실험을 남깁니다.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208ms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비선점형 환경에서 알고리즘 간 처리량은 유사</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 MLFQ 선점형은 짧은 요청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토큰 기반 비용 모델 · 대시보드 고도화 · 등급 내 공정성 검증 · 대규모 실험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 30초)</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2026-05-03T05:49:12Z</dcterms:created>
  <dcterms:modified xsi:type="dcterms:W3CDTF">2026-05-03T05:49:12Z</dcterms:modified>
</cp:coreProperties>
</file>