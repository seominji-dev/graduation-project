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스케줄링 알고리즘 개념 비교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순서대로 처리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선착순 단순 대기열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1915668"/>
            <a:ext cx="502920" cy="914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3931920" y="1847088"/>
            <a:ext cx="91440" cy="146304"/>
          </a:xfrm>
          <a:prstGeom prst="triangl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8470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높은 요청 선처리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(URGENT &gt; HIGH &gt; NORMAL &gt; LOW)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08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352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요청은 상위 큐 유지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요청은 하위 큐로 강등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886200"/>
            <a:ext cx="347472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86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 할당)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187952"/>
            <a:ext cx="2926080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187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 할당)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4489704"/>
            <a:ext cx="2377440" cy="256032"/>
          </a:xfrm>
          <a:prstGeom prst="rect">
            <a:avLst/>
          </a:prstGeom>
          <a:solidFill>
            <a:srgbClr val="999999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4897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(8초 할당)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4791456"/>
            <a:ext cx="1828800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914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 (무제한)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064508" y="3886200"/>
            <a:ext cx="9144" cy="822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0800000">
            <a:off x="3995928" y="4663440"/>
            <a:ext cx="146304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0" y="47823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9204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비율로 시간 할당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9204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Enterprise가 Free보다 100배 우선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92040" y="3840480"/>
            <a:ext cx="356616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3840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92040" y="4160520"/>
            <a:ext cx="2424989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160520"/>
            <a:ext cx="24249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92040" y="4480560"/>
            <a:ext cx="1426464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448056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92040" y="4800600"/>
            <a:ext cx="784555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4800600"/>
            <a:ext cx="7845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28600" y="2761488"/>
            <a:ext cx="86868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53128" y="502920"/>
            <a:ext cx="22860" cy="452628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fig-1-algo-concepts</dc:title>
  <dc:subject>PptxGenJS Presentation</dc:subject>
  <dc:creator>서민지 (C235180)</dc:creator>
  <cp:lastModifiedBy>서민지 (C235180)</cp:lastModifiedBy>
  <cp:revision>1</cp:revision>
  <dcterms:created xsi:type="dcterms:W3CDTF">2026-04-20T01:26:38Z</dcterms:created>
  <dcterms:modified xsi:type="dcterms:W3CDTF">2026-04-20T01:26:38Z</dcterms:modified>
</cp:coreProperties>
</file>