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635</c:v>
                </c:pt>
                <c:pt idx="1">
                  <c:v>645</c:v>
                </c:pt>
                <c:pt idx="2">
                  <c:v>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MLFQ (선점형)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170</c:v>
                </c:pt>
                <c:pt idx="1">
                  <c:v>729</c:v>
                </c:pt>
                <c:pt idx="2">
                  <c:v>1226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7. MLFQ 선점형 vs FCFS — 요청 유형별 응답시간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5시드 평균 | 버스트 패턴 | 단위: 초(s)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7772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fig-7-mlfq-vs-fcfs</dc:title>
  <dc:subject>PptxGenJS Presentation</dc:subject>
  <dc:creator>서민지 (C235180)</dc:creator>
  <cp:lastModifiedBy>서민지 (C235180)</cp:lastModifiedBy>
  <cp:revision>1</cp:revision>
  <dcterms:created xsi:type="dcterms:W3CDTF">2026-04-20T01:26:38Z</dcterms:created>
  <dcterms:modified xsi:type="dcterms:W3CDTF">2026-04-20T01:26:38Z</dcterms:modified>
</cp:coreProperties>
</file>