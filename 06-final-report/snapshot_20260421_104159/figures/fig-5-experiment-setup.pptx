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실험 환경 구성도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생성 (Request Generator)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9562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153619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598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441655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5634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729691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500건, 4명 (등급별 1명)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도착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0896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선점형 실험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 × 5시드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버스트 패턴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5468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932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실험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llama3.2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Ollama LLM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59562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153619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598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441655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5634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729691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560320"/>
            <a:ext cx="8686800" cy="65836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596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 Layer)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0268" y="3218688"/>
            <a:ext cx="9144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4370832" y="3419856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3520440"/>
            <a:ext cx="8686800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520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측정: 평균 대기시간 · JFI · 요청 유형별 응답시간 · JSON 로그 기록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fig-5-experiment-setup</dc:title>
  <dc:subject>PptxGenJS Presentation</dc:subject>
  <dc:creator>서민지 (C235180)</dc:creator>
  <cp:lastModifiedBy>서민지 (C235180)</cp:lastModifiedBy>
  <cp:revision>1</cp:revision>
  <dcterms:created xsi:type="dcterms:W3CDTF">2026-04-20T01:26:38Z</dcterms:created>
  <dcterms:modified xsi:type="dcterms:W3CDTF">2026-04-20T01:26:38Z</dcterms:modified>
</cp:coreProperties>
</file>