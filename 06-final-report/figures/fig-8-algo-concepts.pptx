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스케줄링 알고리즘 개념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45720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03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D97706">
              <a:alpha val="7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→ high → normal → low)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solidFill>
            <a:srgbClr val="64748B">
              <a:alpha val="2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3474720" cy="292608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2926080" cy="29260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06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2377440" cy="29260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572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3931920"/>
            <a:ext cx="320040" cy="8229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0" y="4754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059669">
              <a:alpha val="7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06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840480"/>
            <a:ext cx="3474720" cy="246888"/>
          </a:xfrm>
          <a:prstGeom prst="rect">
            <a:avLst/>
          </a:prstGeom>
          <a:solidFill>
            <a:srgbClr val="059669">
              <a:alpha val="2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4142232"/>
            <a:ext cx="2362810" cy="246888"/>
          </a:xfrm>
          <a:prstGeom prst="rect">
            <a:avLst/>
          </a:prstGeom>
          <a:solidFill>
            <a:srgbClr val="059669">
              <a:alpha val="2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142232"/>
            <a:ext cx="236281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4443984"/>
            <a:ext cx="1389888" cy="246888"/>
          </a:xfrm>
          <a:prstGeom prst="rect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443984"/>
            <a:ext cx="1389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4745736"/>
            <a:ext cx="764438" cy="246888"/>
          </a:xfrm>
          <a:prstGeom prst="rect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745736"/>
            <a:ext cx="76443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816352"/>
            <a:ext cx="85953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34840" y="685800"/>
            <a:ext cx="22860" cy="434340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fig-8-algo-concepts</dc:title>
  <dc:subject>PptxGenJS Presentation</dc:subject>
  <dc:creator>서민지 (C235180)</dc:creator>
  <cp:lastModifiedBy>서민지 (C235180)</cp:lastModifiedBy>
  <cp:revision>1</cp:revision>
  <dcterms:created xsi:type="dcterms:W3CDTF">2026-04-11T07:02:06Z</dcterms:created>
  <dcterms:modified xsi:type="dcterms:W3CDTF">2026-04-11T07:02:06Z</dcterms:modified>
</cp:coreProperties>
</file>