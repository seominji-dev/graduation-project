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20040" y="6858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77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48840" y="1005840"/>
            <a:ext cx="228600" cy="256032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7" name="Shape 5"/>
          <p:cNvSpPr/>
          <p:nvPr/>
        </p:nvSpPr>
        <p:spPr>
          <a:xfrm>
            <a:off x="2377440" y="6858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777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입력 검증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37744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06240" y="1005840"/>
            <a:ext cx="228600" cy="256032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11" name="Shape 9"/>
          <p:cNvSpPr/>
          <p:nvPr/>
        </p:nvSpPr>
        <p:spPr>
          <a:xfrm>
            <a:off x="4434840" y="6858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DC2626">
              <a:alpha val="15000"/>
            </a:srgbClr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777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63640" y="1005840"/>
            <a:ext cx="228600" cy="256032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15" name="Shape 13"/>
          <p:cNvSpPr/>
          <p:nvPr/>
        </p:nvSpPr>
        <p:spPr>
          <a:xfrm>
            <a:off x="6492240" y="6858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777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223760" y="1691640"/>
            <a:ext cx="365760" cy="59436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19" name="Shape 17"/>
          <p:cNvSpPr/>
          <p:nvPr/>
        </p:nvSpPr>
        <p:spPr>
          <a:xfrm>
            <a:off x="2377440" y="22860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2377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377440" y="2880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34840" y="22860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0" y="2377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34840" y="2880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92240" y="22860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2377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0" y="2880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63640" y="2606040"/>
            <a:ext cx="228600" cy="256032"/>
          </a:xfrm>
          <a:prstGeom prst="leftArrow">
            <a:avLst/>
          </a:prstGeom>
          <a:solidFill>
            <a:srgbClr val="CBD5E1"/>
          </a:solidFill>
          <a:ln/>
        </p:spPr>
      </p:sp>
      <p:sp>
        <p:nvSpPr>
          <p:cNvPr id="29" name="Shape 27"/>
          <p:cNvSpPr/>
          <p:nvPr/>
        </p:nvSpPr>
        <p:spPr>
          <a:xfrm>
            <a:off x="4206240" y="2606040"/>
            <a:ext cx="228600" cy="256032"/>
          </a:xfrm>
          <a:prstGeom prst="leftArrow">
            <a:avLst/>
          </a:prstGeom>
          <a:solidFill>
            <a:srgbClr val="CBD5E1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228600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457200" y="237744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
</a:t>
            </a:r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
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</a:t>
            </a:r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83480" y="1691640"/>
            <a:ext cx="365760" cy="548640"/>
          </a:xfrm>
          <a:prstGeom prst="downArrow">
            <a:avLst/>
          </a:prstGeom>
          <a:solidFill>
            <a:srgbClr val="DC2626">
              <a:alpha val="4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526280" y="2286000"/>
            <a:ext cx="1645920" cy="457200"/>
          </a:xfrm>
          <a:prstGeom prst="roundRect">
            <a:avLst>
              <a:gd name="adj" fmla="val 14000"/>
            </a:avLst>
          </a:prstGeom>
          <a:solidFill>
            <a:srgbClr val="DC2626">
              <a:alpha val="15000"/>
            </a:srgbClr>
          </a:solidFill>
          <a:ln w="12700">
            <a:solidFill>
              <a:srgbClr val="DC2626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4526280" y="22860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17920" y="2423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 시 즉시 반환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2026-04-11T07:02:06Z</dcterms:created>
  <dcterms:modified xsi:type="dcterms:W3CDTF">2026-04-11T07:02:06Z</dcterms:modified>
</cp:coreProperties>
</file>