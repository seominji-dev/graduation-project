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2. 데이터 흐름도 (Data Flow)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320040" y="685800"/>
            <a:ext cx="1828800" cy="1005840"/>
          </a:xfrm>
          <a:prstGeom prst="roundRect">
            <a:avLst>
              <a:gd name="adj" fmla="val 9091"/>
            </a:avLst>
          </a:prstGeom>
          <a:solidFill>
            <a:srgbClr val="2563EB">
              <a:alpha val="15000"/>
            </a:srgbClr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7772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요청 전송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20040" y="1280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 /api/requests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48840" y="1005840"/>
            <a:ext cx="228600" cy="256032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7" name="Shape 5"/>
          <p:cNvSpPr/>
          <p:nvPr/>
        </p:nvSpPr>
        <p:spPr>
          <a:xfrm>
            <a:off x="2377440" y="685800"/>
            <a:ext cx="1828800" cy="1005840"/>
          </a:xfrm>
          <a:prstGeom prst="roundRect">
            <a:avLst>
              <a:gd name="adj" fmla="val 9091"/>
            </a:avLst>
          </a:prstGeom>
          <a:solidFill>
            <a:srgbClr val="059669">
              <a:alpha val="15000"/>
            </a:srgbClr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377440" y="7772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입력 검증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377440" y="1280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처리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206240" y="1005840"/>
            <a:ext cx="228600" cy="256032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11" name="Shape 9"/>
          <p:cNvSpPr/>
          <p:nvPr/>
        </p:nvSpPr>
        <p:spPr>
          <a:xfrm>
            <a:off x="4434840" y="685800"/>
            <a:ext cx="1828800" cy="1005840"/>
          </a:xfrm>
          <a:prstGeom prst="roundRect">
            <a:avLst>
              <a:gd name="adj" fmla="val 9091"/>
            </a:avLst>
          </a:prstGeom>
          <a:solidFill>
            <a:srgbClr val="DC2626">
              <a:alpha val="15000"/>
            </a:srgbClr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840" y="7772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Rate Limiter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(구독 등급 확인)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34840" y="1280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or PASS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263640" y="1005840"/>
            <a:ext cx="228600" cy="256032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15" name="Shape 13"/>
          <p:cNvSpPr/>
          <p:nvPr/>
        </p:nvSpPr>
        <p:spPr>
          <a:xfrm>
            <a:off x="6492240" y="685800"/>
            <a:ext cx="1828800" cy="1005840"/>
          </a:xfrm>
          <a:prstGeom prst="roundRect">
            <a:avLst>
              <a:gd name="adj" fmla="val 9091"/>
            </a:avLst>
          </a:prstGeom>
          <a:solidFill>
            <a:srgbClr val="D97706">
              <a:alpha val="15000"/>
            </a:srgbClr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7772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큐 등록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92240" y="1280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enqueue()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223760" y="1691640"/>
            <a:ext cx="365760" cy="594360"/>
          </a:xfrm>
          <a:prstGeom prst="downArrow">
            <a:avLst/>
          </a:prstGeom>
          <a:solidFill>
            <a:srgbClr val="CBD5E1"/>
          </a:solidFill>
          <a:ln/>
        </p:spPr>
      </p:sp>
      <p:sp>
        <p:nvSpPr>
          <p:cNvPr id="19" name="Shape 17"/>
          <p:cNvSpPr/>
          <p:nvPr/>
        </p:nvSpPr>
        <p:spPr>
          <a:xfrm>
            <a:off x="2377440" y="2286000"/>
            <a:ext cx="1828800" cy="1005840"/>
          </a:xfrm>
          <a:prstGeom prst="roundRect">
            <a:avLst>
              <a:gd name="adj" fmla="val 9091"/>
            </a:avLst>
          </a:prstGeom>
          <a:solidFill>
            <a:srgbClr val="D97706">
              <a:alpha val="15000"/>
            </a:srgbClr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377440" y="23774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스케줄링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377440" y="28803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dequeue()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434840" y="2286000"/>
            <a:ext cx="1828800" cy="1005840"/>
          </a:xfrm>
          <a:prstGeom prst="roundRect">
            <a:avLst>
              <a:gd name="adj" fmla="val 9091"/>
            </a:avLst>
          </a:prstGeom>
          <a:solidFill>
            <a:srgbClr val="2563EB">
              <a:alpha val="15000"/>
            </a:srgbClr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34840" y="23774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LLM 처리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434840" y="28803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API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492240" y="2286000"/>
            <a:ext cx="1828800" cy="1005840"/>
          </a:xfrm>
          <a:prstGeom prst="roundRect">
            <a:avLst>
              <a:gd name="adj" fmla="val 9091"/>
            </a:avLst>
          </a:prstGeom>
          <a:solidFill>
            <a:srgbClr val="059669">
              <a:alpha val="15000"/>
            </a:srgbClr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92240" y="23774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결과 반환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JSON 기록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492240" y="28803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263640" y="2606040"/>
            <a:ext cx="228600" cy="256032"/>
          </a:xfrm>
          <a:prstGeom prst="leftArrow">
            <a:avLst/>
          </a:prstGeom>
          <a:solidFill>
            <a:srgbClr val="CBD5E1"/>
          </a:solidFill>
          <a:ln/>
        </p:spPr>
      </p:sp>
      <p:sp>
        <p:nvSpPr>
          <p:cNvPr id="29" name="Shape 27"/>
          <p:cNvSpPr/>
          <p:nvPr/>
        </p:nvSpPr>
        <p:spPr>
          <a:xfrm>
            <a:off x="4206240" y="2606040"/>
            <a:ext cx="228600" cy="256032"/>
          </a:xfrm>
          <a:prstGeom prst="leftArrow">
            <a:avLst/>
          </a:prstGeom>
          <a:solidFill>
            <a:srgbClr val="CBD5E1"/>
          </a:solidFill>
          <a:ln/>
        </p:spPr>
      </p:sp>
      <p:sp>
        <p:nvSpPr>
          <p:cNvPr id="30" name="Shape 28"/>
          <p:cNvSpPr/>
          <p:nvPr/>
        </p:nvSpPr>
        <p:spPr>
          <a:xfrm>
            <a:off x="320040" y="2286000"/>
            <a:ext cx="2011680" cy="1005840"/>
          </a:xfrm>
          <a:prstGeom prst="roundRect">
            <a:avLst>
              <a:gd name="adj" fmla="val 9091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457200" y="2377440"/>
            <a:ext cx="1828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수명 주기
</a:t>
            </a:r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</a:t>
            </a:r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QUEUED
</a:t>
            </a:r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</a:t>
            </a:r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983480" y="1691640"/>
            <a:ext cx="365760" cy="548640"/>
          </a:xfrm>
          <a:prstGeom prst="downArrow">
            <a:avLst/>
          </a:prstGeom>
          <a:solidFill>
            <a:srgbClr val="DC2626">
              <a:alpha val="40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526280" y="2286000"/>
            <a:ext cx="1645920" cy="457200"/>
          </a:xfrm>
          <a:prstGeom prst="roundRect">
            <a:avLst>
              <a:gd name="adj" fmla="val 14000"/>
            </a:avLst>
          </a:prstGeom>
          <a:solidFill>
            <a:srgbClr val="DC2626">
              <a:alpha val="15000"/>
            </a:srgbClr>
          </a:solidFill>
          <a:ln w="12700">
            <a:solidFill>
              <a:srgbClr val="DC2626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4526280" y="22860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Too Many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Requests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217920" y="24231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초과 시 즉시 반환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fig-2-data-flow</dc:title>
  <dc:subject>PptxGenJS Presentation</dc:subject>
  <dc:creator>서민지 (C235180)</dc:creator>
  <cp:lastModifiedBy>서민지 (C235180)</cp:lastModifiedBy>
  <cp:revision>1</cp:revision>
  <dcterms:created xsi:type="dcterms:W3CDTF">2026-04-12T00:31:43Z</dcterms:created>
  <dcterms:modified xsi:type="dcterms:W3CDTF">2026-04-12T00:31:43Z</dcterms:modified>
</cp:coreProperties>
</file>