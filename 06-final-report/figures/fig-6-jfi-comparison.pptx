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JFI (Jain's Fairness Index)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0.316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6. 알고리즘별 Jain's Fairness Index (JFI) 비교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50292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JFI = 1.0이 완전 공정, 낮을수록 불공평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82296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217920" y="3108960"/>
            <a:ext cx="2377440" cy="731520"/>
          </a:xfrm>
          <a:prstGeom prst="roundRect">
            <a:avLst>
              <a:gd name="adj" fmla="val 12500"/>
            </a:avLst>
          </a:prstGeom>
          <a:solidFill>
            <a:srgbClr val="DC2626">
              <a:alpha val="15000"/>
            </a:srgbClr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17920" y="310896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WFQ: JFI = 0.316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차등 서비스로 공정성 낮음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━━ 완전 공정 (JFI = 1.0)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fig-6-jfi-comparison</dc:title>
  <dc:subject>PptxGenJS Presentation</dc:subject>
  <dc:creator>서민지 (C235180)</dc:creator>
  <cp:lastModifiedBy>서민지 (C235180)</cp:lastModifiedBy>
  <cp:revision>1</cp:revision>
  <dcterms:created xsi:type="dcterms:W3CDTF">2026-04-12T01:08:24Z</dcterms:created>
  <dcterms:modified xsi:type="dcterms:W3CDTF">2026-04-12T01:08:24Z</dcterms:modified>
</cp:coreProperties>
</file>