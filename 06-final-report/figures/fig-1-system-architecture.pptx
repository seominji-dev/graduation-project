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548640" y="685800"/>
            <a:ext cx="8046720" cy="749808"/>
          </a:xfrm>
          <a:prstGeom prst="roundRect">
            <a:avLst>
              <a:gd name="adj" fmla="val 12195"/>
            </a:avLst>
          </a:prstGeom>
          <a:solidFill>
            <a:srgbClr val="2563EB">
              <a:alpha val="12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31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74520" y="1014984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74520" y="101498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17720" y="1014984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1014984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600200"/>
            <a:ext cx="8046720" cy="749808"/>
          </a:xfrm>
          <a:prstGeom prst="roundRect">
            <a:avLst>
              <a:gd name="adj" fmla="val 12195"/>
            </a:avLst>
          </a:prstGeom>
          <a:solidFill>
            <a:srgbClr val="059669">
              <a:alpha val="12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645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325880" y="19293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25880" y="19293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20440" y="19293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0440" y="19293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15000" y="19293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15000" y="19293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2514600"/>
            <a:ext cx="8046720" cy="749808"/>
          </a:xfrm>
          <a:prstGeom prst="roundRect">
            <a:avLst>
              <a:gd name="adj" fmla="val 12195"/>
            </a:avLst>
          </a:prstGeom>
          <a:solidFill>
            <a:srgbClr val="DC2626">
              <a:alpha val="12000"/>
            </a:srgbClr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제한 계층 (Rate Limiter)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25880" y="28437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25880" y="28437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구독 등급 확인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20440" y="28437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28437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토큰 버킷 제어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715000" y="28437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15000" y="28437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응답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3429000"/>
            <a:ext cx="8046720" cy="749808"/>
          </a:xfrm>
          <a:prstGeom prst="roundRect">
            <a:avLst>
              <a:gd name="adj" fmla="val 12195"/>
            </a:avLst>
          </a:prstGeom>
          <a:solidFill>
            <a:srgbClr val="D97706">
              <a:alpha val="12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474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143000" y="3758184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43000" y="37581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880360" y="3758184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880360" y="37581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17720" y="3758184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37581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355080" y="3758184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55080" y="3758184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4343400"/>
            <a:ext cx="8046720" cy="749808"/>
          </a:xfrm>
          <a:prstGeom prst="roundRect">
            <a:avLst>
              <a:gd name="adj" fmla="val 12195"/>
            </a:avLst>
          </a:prstGeom>
          <a:solidFill>
            <a:srgbClr val="64748B">
              <a:alpha val="12000"/>
            </a:srgbClr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4389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325880" y="46725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25880" y="46725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520440" y="46725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520440" y="46725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15000" y="4672584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15000" y="46725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886200" y="1435608"/>
            <a:ext cx="365760" cy="182880"/>
          </a:xfrm>
          <a:prstGeom prst="downArrow">
            <a:avLst/>
          </a:prstGeom>
          <a:solidFill>
            <a:srgbClr val="2563EB"/>
          </a:solidFill>
          <a:ln/>
        </p:spPr>
      </p:sp>
      <p:sp>
        <p:nvSpPr>
          <p:cNvPr id="44" name="Text 42"/>
          <p:cNvSpPr/>
          <p:nvPr/>
        </p:nvSpPr>
        <p:spPr>
          <a:xfrm>
            <a:off x="33375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4892040" y="1435608"/>
            <a:ext cx="365760" cy="182880"/>
          </a:xfrm>
          <a:prstGeom prst="upArrow">
            <a:avLst/>
          </a:prstGeom>
          <a:solidFill>
            <a:srgbClr val="059669"/>
          </a:solidFill>
          <a:ln/>
        </p:spPr>
      </p:sp>
      <p:sp>
        <p:nvSpPr>
          <p:cNvPr id="46" name="Text 44"/>
          <p:cNvSpPr/>
          <p:nvPr/>
        </p:nvSpPr>
        <p:spPr>
          <a:xfrm>
            <a:off x="530352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3886200" y="2350008"/>
            <a:ext cx="365760" cy="182880"/>
          </a:xfrm>
          <a:prstGeom prst="downArrow">
            <a:avLst/>
          </a:prstGeom>
          <a:solidFill>
            <a:srgbClr val="059669"/>
          </a:solidFill>
          <a:ln/>
        </p:spPr>
      </p:sp>
      <p:sp>
        <p:nvSpPr>
          <p:cNvPr id="48" name="Text 46"/>
          <p:cNvSpPr/>
          <p:nvPr/>
        </p:nvSpPr>
        <p:spPr>
          <a:xfrm>
            <a:off x="3337560" y="23317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892040" y="2350008"/>
            <a:ext cx="365760" cy="182880"/>
          </a:xfrm>
          <a:prstGeom prst="upArrow">
            <a:avLst/>
          </a:prstGeom>
          <a:solidFill>
            <a:srgbClr val="DC2626"/>
          </a:solidFill>
          <a:ln/>
        </p:spPr>
      </p:sp>
      <p:sp>
        <p:nvSpPr>
          <p:cNvPr id="50" name="Text 48"/>
          <p:cNvSpPr/>
          <p:nvPr/>
        </p:nvSpPr>
        <p:spPr>
          <a:xfrm>
            <a:off x="5303520" y="23317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3886200" y="3264408"/>
            <a:ext cx="365760" cy="182880"/>
          </a:xfrm>
          <a:prstGeom prst="downArrow">
            <a:avLst/>
          </a:prstGeom>
          <a:solidFill>
            <a:srgbClr val="DC2626"/>
          </a:solidFill>
          <a:ln/>
        </p:spPr>
      </p:sp>
      <p:sp>
        <p:nvSpPr>
          <p:cNvPr id="52" name="Text 50"/>
          <p:cNvSpPr/>
          <p:nvPr/>
        </p:nvSpPr>
        <p:spPr>
          <a:xfrm>
            <a:off x="3337560" y="32461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4892040" y="3264408"/>
            <a:ext cx="365760" cy="182880"/>
          </a:xfrm>
          <a:prstGeom prst="upArrow">
            <a:avLst/>
          </a:prstGeom>
          <a:solidFill>
            <a:srgbClr val="D97706"/>
          </a:solidFill>
          <a:ln/>
        </p:spPr>
      </p:sp>
      <p:sp>
        <p:nvSpPr>
          <p:cNvPr id="54" name="Text 52"/>
          <p:cNvSpPr/>
          <p:nvPr/>
        </p:nvSpPr>
        <p:spPr>
          <a:xfrm>
            <a:off x="5303520" y="32461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3886200" y="4178808"/>
            <a:ext cx="365760" cy="182880"/>
          </a:xfrm>
          <a:prstGeom prst="downArrow">
            <a:avLst/>
          </a:prstGeom>
          <a:solidFill>
            <a:srgbClr val="D97706"/>
          </a:solidFill>
          <a:ln/>
        </p:spPr>
      </p:sp>
      <p:sp>
        <p:nvSpPr>
          <p:cNvPr id="56" name="Text 54"/>
          <p:cNvSpPr/>
          <p:nvPr/>
        </p:nvSpPr>
        <p:spPr>
          <a:xfrm>
            <a:off x="3337560" y="41605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4892040" y="4178808"/>
            <a:ext cx="365760" cy="182880"/>
          </a:xfrm>
          <a:prstGeom prst="upArrow">
            <a:avLst/>
          </a:prstGeom>
          <a:solidFill>
            <a:srgbClr val="64748B"/>
          </a:solidFill>
          <a:ln/>
        </p:spPr>
      </p:sp>
      <p:sp>
        <p:nvSpPr>
          <p:cNvPr id="58" name="Text 56"/>
          <p:cNvSpPr/>
          <p:nvPr/>
        </p:nvSpPr>
        <p:spPr>
          <a:xfrm>
            <a:off x="5303520" y="41605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2026-04-12T00:31:43Z</dcterms:created>
  <dcterms:modified xsi:type="dcterms:W3CDTF">2026-04-12T00:31:43Z</dcterms:modified>
</cp:coreProperties>
</file>