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1. 스케줄링 알고리즘 개념 비교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28600" y="502920"/>
            <a:ext cx="41605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7607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8696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도착 순서대로 처리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06984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선착순 단순 대기열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640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43000" y="1691640"/>
            <a:ext cx="640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20240" y="1691640"/>
            <a:ext cx="640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97480" y="1691640"/>
            <a:ext cx="640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0" y="1915668"/>
            <a:ext cx="502920" cy="9144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5400000">
            <a:off x="3931920" y="1847088"/>
            <a:ext cx="91440" cy="146304"/>
          </a:xfrm>
          <a:prstGeom prst="triangl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0" y="1847088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54880" y="502920"/>
            <a:ext cx="41605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57607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88696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 높은 요청 선처리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106984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(URG &gt; HIGH &gt; NORM &gt; LOW)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92040" y="1691640"/>
            <a:ext cx="777240" cy="457200"/>
          </a:xfrm>
          <a:prstGeom prst="rect">
            <a:avLst/>
          </a:prstGeom>
          <a:solidFill>
            <a:srgbClr val="F5F5F5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6916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92040" y="219456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P1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806440" y="1691640"/>
            <a:ext cx="77724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06440" y="16916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HIGH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06440" y="219456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720840" y="1691640"/>
            <a:ext cx="77724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0840" y="16916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NORM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20840" y="219456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P3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635240" y="1691640"/>
            <a:ext cx="77724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35240" y="16916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635240" y="219456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P4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28600" y="2834640"/>
            <a:ext cx="41605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290779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5760" y="321868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요청은 상위 큐 유지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65760" y="340156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 요청은 하위 큐로 강등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3886200"/>
            <a:ext cx="3474720" cy="256032"/>
          </a:xfrm>
          <a:prstGeom prst="rect">
            <a:avLst/>
          </a:prstGeom>
          <a:solidFill>
            <a:srgbClr val="333333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8862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Q0 (1초 할당)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65760" y="4187952"/>
            <a:ext cx="2926080" cy="256032"/>
          </a:xfrm>
          <a:prstGeom prst="rect">
            <a:avLst/>
          </a:prstGeom>
          <a:solidFill>
            <a:srgbClr val="666666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1879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 (3초 할당)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65760" y="4489704"/>
            <a:ext cx="2377440" cy="256032"/>
          </a:xfrm>
          <a:prstGeom prst="rect">
            <a:avLst/>
          </a:prstGeom>
          <a:solidFill>
            <a:srgbClr val="999999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48970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 (8초 할당)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65760" y="4791456"/>
            <a:ext cx="1828800" cy="256032"/>
          </a:xfrm>
          <a:prstGeom prst="rect">
            <a:avLst/>
          </a:prstGeom>
          <a:solidFill>
            <a:srgbClr val="CCCCCC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79145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Q3 (무제한)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064508" y="3886200"/>
            <a:ext cx="9144" cy="8229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10800000">
            <a:off x="3995928" y="4663440"/>
            <a:ext cx="146304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31920" y="478231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강등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754880" y="2834640"/>
            <a:ext cx="41605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92040" y="290779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892040" y="321868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가중치 비율로 시간 할당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892040" y="340156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Enterprise가 Free보다 100배 우선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892040" y="3840480"/>
            <a:ext cx="3566160" cy="256032"/>
          </a:xfrm>
          <a:prstGeom prst="rect">
            <a:avLst/>
          </a:prstGeom>
          <a:solidFill>
            <a:srgbClr val="333333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37760" y="38404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Enterprise (w=100)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892040" y="4160520"/>
            <a:ext cx="2424989" cy="256032"/>
          </a:xfrm>
          <a:prstGeom prst="rect">
            <a:avLst/>
          </a:prstGeom>
          <a:solidFill>
            <a:srgbClr val="666666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37760" y="4160520"/>
            <a:ext cx="242498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Premium (w=50)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892040" y="4480560"/>
            <a:ext cx="1426464" cy="256032"/>
          </a:xfrm>
          <a:prstGeom prst="rect">
            <a:avLst/>
          </a:prstGeom>
          <a:solidFill>
            <a:srgbClr val="CCCCCC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37760" y="4480560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Standard (w=10)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892040" y="4800600"/>
            <a:ext cx="784555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37760" y="4800600"/>
            <a:ext cx="7845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Free (w=1)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28600" y="2761488"/>
            <a:ext cx="86868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453128" y="502920"/>
            <a:ext cx="22860" cy="4526280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fig-1-algo-concepts</dc:title>
  <dc:subject>PptxGenJS Presentation</dc:subject>
  <dc:creator>서민지 (C235180)</dc:creator>
  <cp:lastModifiedBy>서민지 (C235180)</cp:lastModifiedBy>
  <cp:revision>1</cp:revision>
  <dcterms:created xsi:type="dcterms:W3CDTF">2026-04-16T01:46:24Z</dcterms:created>
  <dcterms:modified xsi:type="dcterms:W3CDTF">2026-04-16T01:46:24Z</dcterms:modified>
</cp:coreProperties>
</file>