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JFI (Jain's Fairness Index)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0.316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실험 환경 구성도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생성 (Request Generator)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59562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153619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7598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10800000">
            <a:off x="441655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634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729691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500건, 4명 (등급별 1명)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순차 도착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10896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5468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선점형 실험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5468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 × 5시드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버스트 패턴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5468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932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실서버 실험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llama3.2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3504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Ollama LLM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59562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0800000">
            <a:off x="153619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98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441655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5634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29691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" y="2560320"/>
            <a:ext cx="8686800" cy="65836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5968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 Layer)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30268" y="3218688"/>
            <a:ext cx="9144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0800000">
            <a:off x="4370832" y="3419856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" y="3520440"/>
            <a:ext cx="8686800" cy="56692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520440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측정: 평균 대기시간 · JFI · 요청 유형별 응답시간 · JSON 로그 기록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평균 대기시간 비교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4명 (등급별 1명)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7.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9. 알고리즘별 Jain's Fairness Index (JFI) 비교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 = 1.0이 완전 공정, 낮을수록 불공평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2803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── 1.0 (이상적 공정성)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2026-04-30T02:34:18Z</dcterms:created>
  <dcterms:modified xsi:type="dcterms:W3CDTF">2026-04-30T02:34:18Z</dcterms:modified>
</cp:coreProperties>
</file>