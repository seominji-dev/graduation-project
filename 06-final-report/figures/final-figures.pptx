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7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대기시간 (ms)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12203</c:v>
                </c:pt>
                <c:pt idx="1">
                  <c:v>12419</c:v>
                </c:pt>
                <c:pt idx="2">
                  <c:v>12203</c:v>
                </c:pt>
                <c:pt idx="3">
                  <c:v>11846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635</c:v>
                </c:pt>
                <c:pt idx="1">
                  <c:v>645</c:v>
                </c:pt>
                <c:pt idx="2">
                  <c:v>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MLFQ (선점형)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170</c:v>
                </c:pt>
                <c:pt idx="1">
                  <c:v>729</c:v>
                </c:pt>
                <c:pt idx="2">
                  <c:v>1226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232</c:v>
                </c:pt>
                <c:pt idx="1">
                  <c:v>810</c:v>
                </c:pt>
                <c:pt idx="2">
                  <c:v>1414</c:v>
                </c:pt>
                <c:pt idx="3">
                  <c:v>2024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379</c:v>
                </c:pt>
                <c:pt idx="1">
                  <c:v>755</c:v>
                </c:pt>
                <c:pt idx="2">
                  <c:v>1427</c:v>
                </c:pt>
                <c:pt idx="3">
                  <c:v>1887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241</c:v>
                </c:pt>
                <c:pt idx="1">
                  <c:v>821</c:v>
                </c:pt>
                <c:pt idx="2">
                  <c:v>1392</c:v>
                </c:pt>
                <c:pt idx="3">
                  <c:v>1985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JFI (Jain's Fairness Index)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0.316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스케줄링 알고리즘 개념 비교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28600" y="502920"/>
            <a:ext cx="41605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76072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886968"/>
            <a:ext cx="3886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도착 순서대로 처리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65760" y="1069848"/>
            <a:ext cx="3886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선착순 단순 대기열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691640"/>
            <a:ext cx="64008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6916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143000" y="1691640"/>
            <a:ext cx="64008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16916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920240" y="1691640"/>
            <a:ext cx="64008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20240" y="16916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R3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697480" y="1691640"/>
            <a:ext cx="64008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97480" y="16916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R4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4720" y="1915668"/>
            <a:ext cx="502920" cy="9144"/>
          </a:xfrm>
          <a:prstGeom prst="rect">
            <a:avLst/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3931920" y="1847088"/>
            <a:ext cx="91440" cy="146304"/>
          </a:xfrm>
          <a:prstGeom prst="triangle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23360" y="1847088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754880" y="502920"/>
            <a:ext cx="41605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576072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92040" y="886968"/>
            <a:ext cx="3886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높은 요청 선처리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1069848"/>
            <a:ext cx="3886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(URGENT &gt; HIGH &gt; NORMAL &gt; LOW)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892040" y="1691640"/>
            <a:ext cx="777240" cy="457200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92040" y="1691640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URGENT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92040" y="2194560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P1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06440" y="1691640"/>
            <a:ext cx="777240" cy="4572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06440" y="1691640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HIGH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806440" y="2194560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720840" y="1691640"/>
            <a:ext cx="777240" cy="45720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20840" y="1691640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NORMAL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720840" y="2194560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635240" y="1691640"/>
            <a:ext cx="77724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35240" y="1691640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LOW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635240" y="2194560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P4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28600" y="2834640"/>
            <a:ext cx="41605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2907792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65760" y="3218688"/>
            <a:ext cx="3886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요청은 상위 큐 유지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65760" y="3401568"/>
            <a:ext cx="3886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요청은 하위 큐로 강등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5760" y="3886200"/>
            <a:ext cx="3474720" cy="256032"/>
          </a:xfrm>
          <a:prstGeom prst="rect">
            <a:avLst/>
          </a:prstGeom>
          <a:solidFill>
            <a:srgbClr val="333333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388620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Q0 (1초 할당)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65760" y="4187952"/>
            <a:ext cx="2926080" cy="256032"/>
          </a:xfrm>
          <a:prstGeom prst="rect">
            <a:avLst/>
          </a:prstGeom>
          <a:solidFill>
            <a:srgbClr val="66666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7200" y="4187952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 (3초 할당)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65760" y="4489704"/>
            <a:ext cx="2377440" cy="256032"/>
          </a:xfrm>
          <a:prstGeom prst="rect">
            <a:avLst/>
          </a:prstGeom>
          <a:solidFill>
            <a:srgbClr val="999999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448970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Q2 (8초 할당)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365760" y="4791456"/>
            <a:ext cx="1828800" cy="256032"/>
          </a:xfrm>
          <a:prstGeom prst="rect">
            <a:avLst/>
          </a:prstGeom>
          <a:solidFill>
            <a:srgbClr val="CCCCCC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7200" y="479145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Q3 (무제한)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4064508" y="3886200"/>
            <a:ext cx="9144" cy="8229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10800000">
            <a:off x="3995928" y="4663440"/>
            <a:ext cx="146304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31920" y="4782312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강등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4754880" y="2834640"/>
            <a:ext cx="41605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92040" y="2907792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892040" y="3218688"/>
            <a:ext cx="3886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가중치 비율로 시간 할당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892040" y="3401568"/>
            <a:ext cx="3886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Enterprise가 Free보다 100배 우선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92040" y="3840480"/>
            <a:ext cx="3566160" cy="256032"/>
          </a:xfrm>
          <a:prstGeom prst="rect">
            <a:avLst/>
          </a:prstGeom>
          <a:solidFill>
            <a:srgbClr val="333333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37760" y="384048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Enterprise (w=100)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4892040" y="4160520"/>
            <a:ext cx="2424989" cy="256032"/>
          </a:xfrm>
          <a:prstGeom prst="rect">
            <a:avLst/>
          </a:prstGeom>
          <a:solidFill>
            <a:srgbClr val="66666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37760" y="4160520"/>
            <a:ext cx="242498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Premium (w=50)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4892040" y="4480560"/>
            <a:ext cx="1426464" cy="256032"/>
          </a:xfrm>
          <a:prstGeom prst="rect">
            <a:avLst/>
          </a:prstGeom>
          <a:solidFill>
            <a:srgbClr val="CCCCCC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937760" y="4480560"/>
            <a:ext cx="14264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Standard (w=10)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4892040" y="4800600"/>
            <a:ext cx="784555" cy="256032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937760" y="4800600"/>
            <a:ext cx="7845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Free (w=1)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228600" y="2761488"/>
            <a:ext cx="8686800" cy="22860"/>
          </a:xfrm>
          <a:prstGeom prst="rect">
            <a:avLst/>
          </a:prstGeom>
          <a:solidFill>
            <a:srgbClr val="CCCC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453128" y="502920"/>
            <a:ext cx="22860" cy="4526280"/>
          </a:xfrm>
          <a:prstGeom prst="rect">
            <a:avLst/>
          </a:prstGeom>
          <a:solidFill>
            <a:srgbClr val="CCCCCC"/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rate-limiter/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(요청 제한)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560320" y="3703320"/>
            <a:ext cx="40233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2560320" y="370332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tests-simple/ (Jest 단위 테스트)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74320" y="4206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| 점선: 테스트 전용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5. 실험 환경 구성도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3154680" y="502920"/>
            <a:ext cx="2651760" cy="50292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54680" y="5029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생성 (Request Generator)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595628" y="1005840"/>
            <a:ext cx="9144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1536192" y="135331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475988" y="1005840"/>
            <a:ext cx="9144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10800000">
            <a:off x="4416552" y="135331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56348" y="1005840"/>
            <a:ext cx="9144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0800000">
            <a:off x="7296912" y="135331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8600" y="146304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508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실험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74320" y="17830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500건, 4명 (등급별 1명)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순차 도착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74320" y="2121408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엔진: 시뮬레이션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108960" y="146304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54680" y="1508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 선점형 실험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154680" y="17830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500건 × 5시드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버스트 패턴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154680" y="2121408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엔진: 시뮬레이션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89320" y="146304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35040" y="1508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실서버 실험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35040" y="17830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20건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llama3.2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035040" y="2121408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엔진: Ollama LLM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595628" y="2331720"/>
            <a:ext cx="9144" cy="1371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10800000">
            <a:off x="1536192" y="245059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75988" y="2331720"/>
            <a:ext cx="9144" cy="1371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10800000">
            <a:off x="4416552" y="245059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56348" y="2331720"/>
            <a:ext cx="9144" cy="1371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0800000">
            <a:off x="7296912" y="245059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" y="2560320"/>
            <a:ext cx="8686800" cy="658368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259689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 Layer)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64592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4592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9184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93776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3776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58368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30268" y="3218688"/>
            <a:ext cx="9144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10800000">
            <a:off x="4370832" y="3419856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28600" y="3520440"/>
            <a:ext cx="8686800" cy="566928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3520440"/>
            <a:ext cx="8412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측정: 평균 대기시간 · JFI · 요청 유형별 응답시간 · JSON 로그 기록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6. 알고리즘별 평균 대기시간 비교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실험 500건 | 4명 (등급별 1명) | 순차 도착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7. MLFQ 선점형 vs FCFS — 요청 유형별 응답시간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5시드 평균 | 버스트 패턴 | 단위: 초(s)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77724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8.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9. 알고리즘별 Jain's Fairness Index (JFI) 비교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JFI = 1.0이 완전 공정, 낮을수록 불공평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82803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── 1.0 (이상적 공정성)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최종보고서 그림</dc:title>
  <dc:subject>PptxGenJS Presentation</dc:subject>
  <dc:creator>서민지 (C235180)</dc:creator>
  <cp:lastModifiedBy>서민지 (C235180)</cp:lastModifiedBy>
  <cp:revision>1</cp:revision>
  <dcterms:created xsi:type="dcterms:W3CDTF">2026-04-19T02:58:48Z</dcterms:created>
  <dcterms:modified xsi:type="dcterms:W3CDTF">2026-04-19T02:58:48Z</dcterms:modified>
</cp:coreProperties>
</file>