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스케줄링 알고리즘 개념 비교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28600" y="50292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7607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8869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 순서대로 처리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106984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선착순 단순 대기열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4300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9748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0" y="1915668"/>
            <a:ext cx="502920" cy="9144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3931920" y="1847088"/>
            <a:ext cx="91440" cy="146304"/>
          </a:xfrm>
          <a:prstGeom prst="triangl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0" y="1847088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50292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57607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92040" y="8869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높은 요청 선처리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106984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(URG &gt; HIGH &gt; NORM &gt; LOW)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92040" y="1691640"/>
            <a:ext cx="777240" cy="457200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920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06440" y="1691640"/>
            <a:ext cx="77724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064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064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20840" y="1691640"/>
            <a:ext cx="777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08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208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635240" y="1691640"/>
            <a:ext cx="77724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352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6352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28600" y="283464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90779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321868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요청은 상위 큐 유지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34015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요청은 하위 큐로 강등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3886200"/>
            <a:ext cx="3474720" cy="320040"/>
          </a:xfrm>
          <a:prstGeom prst="rect">
            <a:avLst/>
          </a:prstGeom>
          <a:solidFill>
            <a:srgbClr val="333333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886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 할당)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4270248"/>
            <a:ext cx="2926080" cy="320040"/>
          </a:xfrm>
          <a:prstGeom prst="rect">
            <a:avLst/>
          </a:prstGeom>
          <a:solidFill>
            <a:srgbClr val="66666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427024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 할당)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65760" y="4654296"/>
            <a:ext cx="2377440" cy="320040"/>
          </a:xfrm>
          <a:prstGeom prst="rect">
            <a:avLst/>
          </a:prstGeom>
          <a:solidFill>
            <a:srgbClr val="CCCCC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54296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(무제한)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064508" y="3886200"/>
            <a:ext cx="9144" cy="8229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0800000">
            <a:off x="3995928" y="4663440"/>
            <a:ext cx="146304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31920" y="4782312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754880" y="283464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92040" y="290779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892040" y="321868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 비율로 시간 할당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892040" y="34015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Enterprise가 Free보다 100배 우선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92040" y="3840480"/>
            <a:ext cx="3566160" cy="256032"/>
          </a:xfrm>
          <a:prstGeom prst="rect">
            <a:avLst/>
          </a:prstGeom>
          <a:solidFill>
            <a:srgbClr val="333333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37760" y="38404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892040" y="4160520"/>
            <a:ext cx="2424989" cy="256032"/>
          </a:xfrm>
          <a:prstGeom prst="rect">
            <a:avLst/>
          </a:prstGeom>
          <a:solidFill>
            <a:srgbClr val="66666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37760" y="4160520"/>
            <a:ext cx="242498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92040" y="4480560"/>
            <a:ext cx="1426464" cy="256032"/>
          </a:xfrm>
          <a:prstGeom prst="rect">
            <a:avLst/>
          </a:prstGeom>
          <a:solidFill>
            <a:srgbClr val="CCCCC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4480560"/>
            <a:ext cx="1426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892040" y="4800600"/>
            <a:ext cx="784555" cy="256032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37760" y="4800600"/>
            <a:ext cx="7845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28600" y="2761488"/>
            <a:ext cx="868680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53128" y="502920"/>
            <a:ext cx="22860" cy="452628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474720" y="594360"/>
            <a:ext cx="21945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5943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6742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rate-limiter/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(요청 제한)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tests-simple/ (Jest 단위 테스트)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4206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| 점선: 테스트 전용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4테넌트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4개 테넌트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5회 반복 (다중 시드)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2026-04-15T09:06:01Z</dcterms:created>
  <dcterms:modified xsi:type="dcterms:W3CDTF">2026-04-15T09:06:01Z</dcterms:modified>
</cp:coreProperties>
</file>