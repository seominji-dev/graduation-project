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스케줄링 알고리즘 개념 비교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2860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15668"/>
            <a:ext cx="502920" cy="9144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931920" y="1847088"/>
            <a:ext cx="91440" cy="146304"/>
          </a:xfrm>
          <a:prstGeom prst="triangl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0" y="1847088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(URGENT &gt; HIGH &gt; NORMAL &gt; LOW)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920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064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208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352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860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86200"/>
            <a:ext cx="347472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8862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187952"/>
            <a:ext cx="2926080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1879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4489704"/>
            <a:ext cx="2377440" cy="256032"/>
          </a:xfrm>
          <a:prstGeom prst="rect">
            <a:avLst/>
          </a:prstGeom>
          <a:solidFill>
            <a:srgbClr val="999999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4897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 할당)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791456"/>
            <a:ext cx="1828800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79145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064508" y="3886200"/>
            <a:ext cx="9144" cy="8229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10800000">
            <a:off x="3995928" y="4663440"/>
            <a:ext cx="146304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31920" y="4782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9204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9204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92040" y="3840480"/>
            <a:ext cx="356616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38404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92040" y="4160520"/>
            <a:ext cx="2424989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4160520"/>
            <a:ext cx="242498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92040" y="4480560"/>
            <a:ext cx="1426464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37760" y="4480560"/>
            <a:ext cx="1426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892040" y="4800600"/>
            <a:ext cx="784555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4800600"/>
            <a:ext cx="7845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28600" y="2761488"/>
            <a:ext cx="868680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53128" y="502920"/>
            <a:ext cx="22860" cy="452628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rate-limiter/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4테넌트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2026-04-17T04:41:59Z</dcterms:created>
  <dcterms:modified xsi:type="dcterms:W3CDTF">2026-04-17T04:41:59Z</dcterms:modified>
</cp:coreProperties>
</file>