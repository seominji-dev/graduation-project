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2. 시스템 아키텍처 (System Architecture)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82296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406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클라이언트 계층 (Client)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82696" y="941832"/>
            <a:ext cx="237744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82696" y="94183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REST Client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769864" y="941832"/>
            <a:ext cx="237744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9864" y="94183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 (Dashboard)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82296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379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계층 (Express.js + Rate Limiter)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15768" y="203911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15768" y="203911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접수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42816" y="203911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42816" y="203911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스케줄러 전환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769864" y="203911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9864" y="203911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 조회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296912" y="2039112"/>
            <a:ext cx="1417320" cy="384048"/>
          </a:xfrm>
          <a:prstGeom prst="rect">
            <a:avLst/>
          </a:prstGeom>
          <a:solidFill>
            <a:srgbClr val="F5F5F5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96912" y="203911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Rate Limiter (구독 등급·429 응답)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2880360"/>
            <a:ext cx="82296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93522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스케줄러 계층 (Scheduler)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15768" y="313639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15768" y="313639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FCFS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242816" y="313639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42816" y="313639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Priority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769864" y="313639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9864" y="313639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296912" y="313639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96912" y="313639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977640"/>
            <a:ext cx="82296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03250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저장소/LLM 계층 (Storage/LLM)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862072" y="4233672"/>
            <a:ext cx="182880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62072" y="42336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메모리 큐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00600" y="4233672"/>
            <a:ext cx="182880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42336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JSON 로그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739128" y="4233672"/>
            <a:ext cx="182880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39128" y="42336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LLM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110228" y="1417320"/>
            <a:ext cx="9144" cy="1828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10800000">
            <a:off x="4041648" y="1527048"/>
            <a:ext cx="146304" cy="91440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20440" y="14173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658868" y="1600200"/>
            <a:ext cx="9144" cy="182880"/>
          </a:xfrm>
          <a:prstGeom prst="rect">
            <a:avLst/>
          </a:prstGeom>
          <a:solidFill>
            <a:srgbClr val="6666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90288" y="1417320"/>
            <a:ext cx="146304" cy="91440"/>
          </a:xfrm>
          <a:prstGeom prst="triangle">
            <a:avLst/>
          </a:prstGeom>
          <a:solidFill>
            <a:srgbClr val="666666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66360" y="14173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4110228" y="2514600"/>
            <a:ext cx="9144" cy="1828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rot="10800000">
            <a:off x="4041648" y="2624328"/>
            <a:ext cx="146304" cy="91440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20440" y="251460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4658868" y="2697480"/>
            <a:ext cx="9144" cy="182880"/>
          </a:xfrm>
          <a:prstGeom prst="rect">
            <a:avLst/>
          </a:prstGeom>
          <a:solidFill>
            <a:srgbClr val="6666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90288" y="2514600"/>
            <a:ext cx="146304" cy="91440"/>
          </a:xfrm>
          <a:prstGeom prst="triangle">
            <a:avLst/>
          </a:prstGeom>
          <a:solidFill>
            <a:srgbClr val="666666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66360" y="251460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4110228" y="3611880"/>
            <a:ext cx="9144" cy="1828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rot="10800000">
            <a:off x="4041648" y="3721608"/>
            <a:ext cx="146304" cy="91440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520440" y="361188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4658868" y="3794760"/>
            <a:ext cx="9144" cy="182880"/>
          </a:xfrm>
          <a:prstGeom prst="rect">
            <a:avLst/>
          </a:prstGeom>
          <a:solidFill>
            <a:srgbClr val="6666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90288" y="3611880"/>
            <a:ext cx="146304" cy="91440"/>
          </a:xfrm>
          <a:prstGeom prst="triangle">
            <a:avLst/>
          </a:prstGeom>
          <a:solidFill>
            <a:srgbClr val="666666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166360" y="361188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fig-2-system-architecture</dc:title>
  <dc:subject>PptxGenJS Presentation</dc:subject>
  <dc:creator>서민지 (C235180)</dc:creator>
  <cp:lastModifiedBy>서민지 (C235180)</cp:lastModifiedBy>
  <cp:revision>1</cp:revision>
  <dcterms:created xsi:type="dcterms:W3CDTF">2026-04-17T04:41:59Z</dcterms:created>
  <dcterms:modified xsi:type="dcterms:W3CDTF">2026-04-17T04:41:59Z</dcterms:modified>
</cp:coreProperties>
</file>