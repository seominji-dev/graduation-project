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MLFQ 선점형 vs FCFS — 요청 유형별 대기시간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5회 반복 (다중 시드)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7772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09728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DC2626">
              <a:alpha val="15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7512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73% 감소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fig-4-mlfq-vs-fcfs</dc:title>
  <dc:subject>PptxGenJS Presentation</dc:subject>
  <dc:creator>서민지 (C235180)</dc:creator>
  <cp:lastModifiedBy>서민지 (C235180)</cp:lastModifiedBy>
  <cp:revision>1</cp:revision>
  <dcterms:created xsi:type="dcterms:W3CDTF">2026-04-11T07:02:06Z</dcterms:created>
  <dcterms:modified xsi:type="dcterms:W3CDTF">2026-04-11T07:02:06Z</dcterms:modified>
</cp:coreProperties>
</file>