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B0BEC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635</c:v>
                </c:pt>
                <c:pt idx="1">
                  <c:v>645</c:v>
                </c:pt>
                <c:pt idx="2">
                  <c:v>650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MLFQ (선점형)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짧은 요청 (Short)</c:v>
                  </c:pt>
                  <c:pt idx="1">
                    <c:v>중간 요청 (Medium)</c:v>
                  </c:pt>
                  <c:pt idx="2">
                    <c:v>긴 요청 (Long)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170</c:v>
                </c:pt>
                <c:pt idx="1">
                  <c:v>729</c:v>
                </c:pt>
                <c:pt idx="2">
                  <c:v>1226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dash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MLFQ 선점형 vs FCFS — 요청 유형별 대기시간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274320" y="502920"/>
            <a:ext cx="8595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5회 반복 (다중 시드) | 버스트 패턴 | 단위: 초(s)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82296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097280"/>
            <a:ext cx="1920240" cy="594360"/>
          </a:xfrm>
          <a:prstGeom prst="roundRect">
            <a:avLst>
              <a:gd name="adj" fmla="val 12308"/>
            </a:avLst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0" y="1097280"/>
            <a:ext cx="1920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요청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73% 감소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fig-4-mlfq-vs-fcfs</dc:title>
  <dc:subject>PptxGenJS Presentation</dc:subject>
  <dc:creator>서민지 (C235180)</dc:creator>
  <cp:lastModifiedBy>서민지 (C235180)</cp:lastModifiedBy>
  <cp:revision>1</cp:revision>
  <dcterms:created xsi:type="dcterms:W3CDTF">2026-04-12T00:31:43Z</dcterms:created>
  <dcterms:modified xsi:type="dcterms:W3CDTF">2026-04-12T00:31:43Z</dcterms:modified>
</cp:coreProperties>
</file>