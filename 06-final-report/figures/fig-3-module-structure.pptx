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 모듈 구조도 (Module Structure)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783080" y="594360"/>
            <a:ext cx="1965960" cy="457200"/>
          </a:xfrm>
          <a:prstGeom prst="rect">
            <a:avLst/>
          </a:prstGeom>
          <a:solidFill>
            <a:srgbClr val="333333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83080" y="5943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index.js (진입점)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794760" y="809244"/>
            <a:ext cx="548640" cy="2743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4315968" y="749808"/>
            <a:ext cx="118872" cy="146304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94760" y="1069848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호출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434840" y="594360"/>
            <a:ext cx="2377440" cy="457200"/>
          </a:xfrm>
          <a:prstGeom prst="rect">
            <a:avLst/>
          </a:prstGeom>
          <a:solidFill>
            <a:srgbClr val="333333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594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server.js (서버 구성)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(라우터)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96596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6596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schedulers/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(FCFS, Priority, MLFQ, WFQ)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8620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8620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queue/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(메모리 큐)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2356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2356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storage/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(JSON 저장)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6092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6092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(Ollama 연동)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18988" y="1051560"/>
            <a:ext cx="9144" cy="3200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1367028"/>
            <a:ext cx="713232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126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10800000">
            <a:off x="94183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3862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10800000">
            <a:off x="267919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5886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10800000">
            <a:off x="459943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9622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10800000">
            <a:off x="633679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3358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10800000">
            <a:off x="807415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08760" y="256032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호출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337560" y="256032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28600" y="2926080"/>
            <a:ext cx="1554480" cy="5486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" y="29260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utils/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rateLimiter.js (요청 제한)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74320" y="3749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화살표: 의존 관계 (호출 방향)  ·  외부 의존성: Express.js (1개)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fig-3-module-structure</dc:title>
  <dc:subject>PptxGenJS Presentation</dc:subject>
  <dc:creator>서민지 (C235180)</dc:creator>
  <cp:lastModifiedBy>서민지 (C235180)</cp:lastModifiedBy>
  <cp:revision>1</cp:revision>
  <dcterms:created xsi:type="dcterms:W3CDTF">2026-05-03T04:17:26Z</dcterms:created>
  <dcterms:modified xsi:type="dcterms:W3CDTF">2026-05-03T04:17:26Z</dcterms:modified>
</cp:coreProperties>
</file>