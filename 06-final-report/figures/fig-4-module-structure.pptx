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474720" y="594360"/>
            <a:ext cx="21945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594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6742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rate-limiter/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(요청 제한)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fig-4-module-structure</dc:title>
  <dc:subject>PptxGenJS Presentation</dc:subject>
  <dc:creator>서민지 (C235180)</dc:creator>
  <cp:lastModifiedBy>서민지 (C235180)</cp:lastModifiedBy>
  <cp:revision>1</cp:revision>
  <dcterms:created xsi:type="dcterms:W3CDTF">2026-04-17T00:48:29Z</dcterms:created>
  <dcterms:modified xsi:type="dcterms:W3CDTF">2026-04-17T00:48:29Z</dcterms:modified>
</cp:coreProperties>
</file>