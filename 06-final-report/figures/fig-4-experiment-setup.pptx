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실험 환경 구성도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9562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53619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598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441655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634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729691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4명 (등급별 1명)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0896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 × 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5468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Ollama LLM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9562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153619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98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41655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634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29691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560320"/>
            <a:ext cx="86868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596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30268" y="3218688"/>
            <a:ext cx="9144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4370832" y="3419856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" y="3520440"/>
            <a:ext cx="86868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52044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fig-4-experiment-setup</dc:title>
  <dc:subject>PptxGenJS Presentation</dc:subject>
  <dc:creator>서민지 (C235180)</dc:creator>
  <cp:lastModifiedBy>서민지 (C235180)</cp:lastModifiedBy>
  <cp:revision>1</cp:revision>
  <dcterms:created xsi:type="dcterms:W3CDTF">2026-04-30T02:34:18Z</dcterms:created>
  <dcterms:modified xsi:type="dcterms:W3CDTF">2026-04-30T02:34:18Z</dcterms:modified>
</cp:coreProperties>
</file>