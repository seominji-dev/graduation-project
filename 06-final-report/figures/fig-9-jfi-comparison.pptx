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JFI (Jain's Fairness Index)</c:v>
                </c:pt>
              </c:strCache>
            </c:strRef>
          </c:tx>
          <c:spPr>
            <a:solidFill>
              <a:srgbClr val="3333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FCFS</c:v>
                  </c:pt>
                  <c:pt idx="1">
                    <c:v>Priority</c:v>
                  </c:pt>
                  <c:pt idx="2">
                    <c:v>MLFQ</c:v>
                  </c:pt>
                  <c:pt idx="3">
                    <c:v>WFQ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0.316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"/>
          <c:min val="0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9. 알고리즘별 Jain's Fairness Index (JFI) 비교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JFI = 1.0이 완전 공정, 낮을수록 불공평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828032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── 1.0 (이상적 공정성)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fig-9-jfi-comparison</dc:title>
  <dc:subject>PptxGenJS Presentation</dc:subject>
  <dc:creator>서민지 (C235180)</dc:creator>
  <cp:lastModifiedBy>서민지 (C235180)</cp:lastModifiedBy>
  <cp:revision>1</cp:revision>
  <dcterms:created xsi:type="dcterms:W3CDTF">2026-04-17T04:12:02Z</dcterms:created>
  <dcterms:modified xsi:type="dcterms:W3CDTF">2026-04-17T04:12:02Z</dcterms:modified>
</cp:coreProperties>
</file>