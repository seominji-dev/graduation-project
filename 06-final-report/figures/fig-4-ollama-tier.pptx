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FCFS</c:v>
                </c:pt>
              </c:strCache>
            </c:strRef>
          </c:tx>
          <c:spPr>
            <a:solidFill>
              <a:srgbClr val="0000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Enterprise</c:v>
                  </c:pt>
                  <c:pt idx="1">
                    <c:v>Premium</c:v>
                  </c:pt>
                  <c:pt idx="2">
                    <c:v>Standard</c:v>
                  </c:pt>
                  <c:pt idx="3">
                    <c:v>Free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432</c:v>
                </c:pt>
                <c:pt idx="1">
                  <c:v>1480</c:v>
                </c:pt>
                <c:pt idx="2">
                  <c:v>2522</c:v>
                </c:pt>
                <c:pt idx="3">
                  <c:v>3561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Priority</c:v>
                </c:pt>
              </c:strCache>
            </c:strRef>
          </c:tx>
          <c:spPr>
            <a:solidFill>
              <a:srgbClr val="66666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Enterprise</c:v>
                  </c:pt>
                  <c:pt idx="1">
                    <c:v>Premium</c:v>
                  </c:pt>
                  <c:pt idx="2">
                    <c:v>Standard</c:v>
                  </c:pt>
                  <c:pt idx="3">
                    <c:v>Free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664</c:v>
                </c:pt>
                <c:pt idx="1">
                  <c:v>1333</c:v>
                </c:pt>
                <c:pt idx="2">
                  <c:v>2541</c:v>
                </c:pt>
                <c:pt idx="3">
                  <c:v>3371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WFQ</c:v>
                </c:pt>
              </c:strCache>
            </c:strRef>
          </c:tx>
          <c:spPr>
            <a:solidFill>
              <a:srgbClr val="CCCCC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Enterprise</c:v>
                  </c:pt>
                  <c:pt idx="1">
                    <c:v>Premium</c:v>
                  </c:pt>
                  <c:pt idx="2">
                    <c:v>Standard</c:v>
                  </c:pt>
                  <c:pt idx="3">
                    <c:v>Free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410</c:v>
                </c:pt>
                <c:pt idx="1">
                  <c:v>1458</c:v>
                </c:pt>
                <c:pt idx="2">
                  <c:v>2496</c:v>
                </c:pt>
                <c:pt idx="3">
                  <c:v>3542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DDDD"/>
              </a:solidFill>
              <a:prstDash val="dot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4. 실서버 구독 등급별 평균 대기시간 (ms)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274320" y="475488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Ollama 실서버 실험 20건 | 단위: ms</a:t>
            </a:r>
            <a:endParaRPr lang="en-US" sz="9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777240"/>
          <a:ext cx="82296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fig-4-ollama-tier</dc:title>
  <dc:subject>PptxGenJS Presentation</dc:subject>
  <dc:creator>서민지 (C235180)</dc:creator>
  <cp:lastModifiedBy>서민지 (C235180)</cp:lastModifiedBy>
  <cp:revision>1</cp:revision>
  <dcterms:created xsi:type="dcterms:W3CDTF">2026-05-03T05:49:06Z</dcterms:created>
  <dcterms:modified xsi:type="dcterms:W3CDTF">2026-05-03T05:49:06Z</dcterms:modified>
</cp:coreProperties>
</file>