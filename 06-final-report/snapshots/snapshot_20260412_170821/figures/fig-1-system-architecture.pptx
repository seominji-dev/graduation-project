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시스템 아키텍처 (System Architecture)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2563EB">
              <a:alpha val="12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74520" y="101498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014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17720" y="101498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014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2588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DC2626">
              <a:alpha val="12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제한 계층 (Rate Limiter)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2588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등급 확인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버킷 제어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응답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4290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300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8036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5508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64748B">
              <a:alpha val="12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2588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2044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1500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86200" y="1435608"/>
            <a:ext cx="365760" cy="182880"/>
          </a:xfrm>
          <a:prstGeom prst="downArrow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33375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892040" y="1435608"/>
            <a:ext cx="365760" cy="182880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886200" y="2350008"/>
            <a:ext cx="365760" cy="18288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3337560" y="23317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892040" y="2350008"/>
            <a:ext cx="365760" cy="182880"/>
          </a:xfrm>
          <a:prstGeom prst="upArrow">
            <a:avLst/>
          </a:pr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5303520" y="23317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886200" y="3264408"/>
            <a:ext cx="365760" cy="182880"/>
          </a:xfrm>
          <a:prstGeom prst="downArrow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3337560" y="32461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892040" y="3264408"/>
            <a:ext cx="365760" cy="182880"/>
          </a:xfrm>
          <a:prstGeom prst="upArrow">
            <a:avLst/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0" y="32461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886200" y="4178808"/>
            <a:ext cx="365760" cy="182880"/>
          </a:xfrm>
          <a:prstGeom prst="downArrow">
            <a:avLst/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3337560" y="4160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892040" y="4178808"/>
            <a:ext cx="365760" cy="182880"/>
          </a:xfrm>
          <a:prstGeom prst="upArrow">
            <a:avLst/>
          </a:prstGeom>
          <a:solidFill>
            <a:srgbClr val="64748B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0" y="4160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fig-1-system-architecture</dc:title>
  <dc:subject>PptxGenJS Presentation</dc:subject>
  <dc:creator>서민지 (C235180)</dc:creator>
  <cp:lastModifiedBy>서민지 (C235180)</cp:lastModifiedBy>
  <cp:revision>1</cp:revision>
  <dcterms:created xsi:type="dcterms:W3CDTF">2026-04-12T01:08:24Z</dcterms:created>
  <dcterms:modified xsi:type="dcterms:W3CDTF">2026-04-12T01:08:24Z</dcterms:modified>
</cp:coreProperties>
</file>