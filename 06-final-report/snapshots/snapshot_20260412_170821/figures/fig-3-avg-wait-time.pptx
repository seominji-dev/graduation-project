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대기시간 (ms)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12203</c:v>
                </c:pt>
                <c:pt idx="1">
                  <c:v>12419</c:v>
                </c:pt>
                <c:pt idx="2">
                  <c:v>12203</c:v>
                </c:pt>
                <c:pt idx="3">
                  <c:v>11846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 알고리즘별 평균 대기시간 비교 (ms)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 500건 | 4개 테넌트 | 순차 도착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2296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132320" y="3200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 최소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11,846ms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extended-results.json (시뮬레이션 500건)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fig-3-avg-wait-time</dc:title>
  <dc:subject>PptxGenJS Presentation</dc:subject>
  <dc:creator>서민지 (C235180)</dc:creator>
  <cp:lastModifiedBy>서민지 (C235180)</cp:lastModifiedBy>
  <cp:revision>1</cp:revision>
  <dcterms:created xsi:type="dcterms:W3CDTF">2026-04-12T01:08:24Z</dcterms:created>
  <dcterms:modified xsi:type="dcterms:W3CDTF">2026-04-12T01:08:24Z</dcterms:modified>
</cp:coreProperties>
</file>