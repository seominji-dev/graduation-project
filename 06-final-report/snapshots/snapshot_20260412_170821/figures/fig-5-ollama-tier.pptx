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실서버 구독 등급별 평균 대기시간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등급: 모든 스케줄러에서 최소 대기시간 확인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fig-5-ollama-tier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