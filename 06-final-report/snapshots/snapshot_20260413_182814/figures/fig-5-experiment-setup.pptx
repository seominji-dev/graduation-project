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6858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685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81328" y="1234440"/>
            <a:ext cx="329184" cy="45720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361688" y="1234440"/>
            <a:ext cx="329184" cy="45720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42048" y="1234440"/>
            <a:ext cx="329184" cy="45720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500건×5시드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81328" y="2560320"/>
            <a:ext cx="329184" cy="27432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61688" y="2560320"/>
            <a:ext cx="329184" cy="27432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2560320"/>
            <a:ext cx="329184" cy="27432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34840" y="3520440"/>
            <a:ext cx="274320" cy="32004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867912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679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fig-5-experiment-setup</dc:title>
  <dc:subject>PptxGenJS Presentation</dc:subject>
  <dc:creator>서민지 (C235180)</dc:creator>
  <cp:lastModifiedBy>서민지 (C235180)</cp:lastModifiedBy>
  <cp:revision>1</cp:revision>
  <dcterms:created xsi:type="dcterms:W3CDTF">2026-04-12T08:21:08Z</dcterms:created>
  <dcterms:modified xsi:type="dcterms:W3CDTF">2026-04-12T08:21:08Z</dcterms:modified>
</cp:coreProperties>
</file>