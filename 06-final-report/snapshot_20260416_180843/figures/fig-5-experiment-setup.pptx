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5. 실험 환경 구성도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154680" y="502920"/>
            <a:ext cx="2651760" cy="502920"/>
          </a:xfrm>
          <a:prstGeom prst="rect">
            <a:avLst/>
          </a:prstGeom>
          <a:solidFill>
            <a:srgbClr val="333333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54680" y="5029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생성 (Request Generator)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595628" y="1005840"/>
            <a:ext cx="9144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1536192" y="135331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75988" y="1005840"/>
            <a:ext cx="9144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4416552" y="135331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56348" y="1005840"/>
            <a:ext cx="9144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7296912" y="135331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46304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실험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1783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500건, 4테넌트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순차 도착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21214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엔진: 시뮬레이션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108960" y="146304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 선점형 실험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54680" y="1783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500건 × 5시드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버스트 패턴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54680" y="21214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엔진: 시뮬레이션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89320" y="146304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실서버 실험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0" y="1783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20건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llama3.2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35040" y="21214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엔진: Ollama LLM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595628" y="2331720"/>
            <a:ext cx="9144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10800000">
            <a:off x="1536192" y="245059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75988" y="2331720"/>
            <a:ext cx="9144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10800000">
            <a:off x="4416552" y="245059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56348" y="2331720"/>
            <a:ext cx="9144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10800000">
            <a:off x="7296912" y="245059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2560320"/>
            <a:ext cx="8686800" cy="658368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59689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계층 (Scheduler Layer)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64592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4592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93776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58368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0268" y="3218688"/>
            <a:ext cx="9144" cy="27432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10800000">
            <a:off x="4370832" y="3419856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" y="3520440"/>
            <a:ext cx="8686800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520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측정: 평균 대기시간 · JFI · 요청 유형별 응답시간 · JSON 로그 기록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fig-5-experiment-setup</dc:title>
  <dc:subject>PptxGenJS Presentation</dc:subject>
  <dc:creator>서민지 (C235180)</dc:creator>
  <cp:lastModifiedBy>서민지 (C235180)</cp:lastModifiedBy>
  <cp:revision>1</cp:revision>
  <dcterms:created xsi:type="dcterms:W3CDTF">2026-04-16T01:46:24Z</dcterms:created>
  <dcterms:modified xsi:type="dcterms:W3CDTF">2026-04-16T01:46:24Z</dcterms:modified>
</cp:coreProperties>
</file>