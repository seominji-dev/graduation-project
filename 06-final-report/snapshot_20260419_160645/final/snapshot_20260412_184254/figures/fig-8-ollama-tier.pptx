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FCFS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Enterprise</c:v>
                  </c:pt>
                  <c:pt idx="1">
                    <c:v>Premium</c:v>
                  </c:pt>
                  <c:pt idx="2">
                    <c:v>Standard</c:v>
                  </c:pt>
                  <c:pt idx="3">
                    <c:v>Free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232</c:v>
                </c:pt>
                <c:pt idx="1">
                  <c:v>810</c:v>
                </c:pt>
                <c:pt idx="2">
                  <c:v>1414</c:v>
                </c:pt>
                <c:pt idx="3">
                  <c:v>2024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Priority</c:v>
                </c:pt>
              </c:strCache>
            </c:strRef>
          </c:tx>
          <c:spPr>
            <a:solidFill>
              <a:srgbClr val="D9770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Enterprise</c:v>
                  </c:pt>
                  <c:pt idx="1">
                    <c:v>Premium</c:v>
                  </c:pt>
                  <c:pt idx="2">
                    <c:v>Standard</c:v>
                  </c:pt>
                  <c:pt idx="3">
                    <c:v>Free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379</c:v>
                </c:pt>
                <c:pt idx="1">
                  <c:v>755</c:v>
                </c:pt>
                <c:pt idx="2">
                  <c:v>1427</c:v>
                </c:pt>
                <c:pt idx="3">
                  <c:v>1887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WFQ</c:v>
                </c:pt>
              </c:strCache>
            </c:strRef>
          </c:tx>
          <c:spPr>
            <a:solidFill>
              <a:srgbClr val="05966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Enterprise</c:v>
                  </c:pt>
                  <c:pt idx="1">
                    <c:v>Premium</c:v>
                  </c:pt>
                  <c:pt idx="2">
                    <c:v>Standard</c:v>
                  </c:pt>
                  <c:pt idx="3">
                    <c:v>Free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241</c:v>
                </c:pt>
                <c:pt idx="1">
                  <c:v>821</c:v>
                </c:pt>
                <c:pt idx="2">
                  <c:v>1392</c:v>
                </c:pt>
                <c:pt idx="3">
                  <c:v>1985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8. 실서버 구독 등급별 평균 대기시간 (ms)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74320" y="50292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Ollama 실서버 실험 20건 | 단위: ms</a:t>
            </a:r>
            <a:endParaRPr lang="en-US" sz="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822960"/>
          <a:ext cx="82296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274320" y="475488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Enterprise 등급: 모든 스케줄러에서 최소 대기시간 확인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fig-8-ollama-tier</dc:title>
  <dc:subject>PptxGenJS Presentation</dc:subject>
  <dc:creator>서민지 (C235180)</dc:creator>
  <cp:lastModifiedBy>서민지 (C235180)</cp:lastModifiedBy>
  <cp:revision>1</cp:revision>
  <dcterms:created xsi:type="dcterms:W3CDTF">2026-04-12T08:21:08Z</dcterms:created>
  <dcterms:modified xsi:type="dcterms:W3CDTF">2026-04-12T08:21:08Z</dcterms:modified>
</cp:coreProperties>
</file>