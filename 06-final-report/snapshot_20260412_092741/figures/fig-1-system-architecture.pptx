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 (System Architecture)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C2626">
              <a:alpha val="12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300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8036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64748B">
              <a:alpha val="12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1435608"/>
            <a:ext cx="365760" cy="18288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92040" y="1435608"/>
            <a:ext cx="365760" cy="18288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350008"/>
            <a:ext cx="365760" cy="18288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92040" y="2350008"/>
            <a:ext cx="365760" cy="182880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3264408"/>
            <a:ext cx="365760" cy="182880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3264408"/>
            <a:ext cx="365760" cy="18288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886200" y="4178808"/>
            <a:ext cx="365760" cy="18288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4178808"/>
            <a:ext cx="365760" cy="18288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