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알고리즘별 평균 대기시간 비교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최소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11,846ms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extended-results.json (시뮬레이션 500건)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fig-3-avg-wait-time</dc:title>
  <dc:subject>PptxGenJS Presentation</dc:subject>
  <dc:creator>서민지 (C235180)</dc:creator>
  <cp:lastModifiedBy>서민지 (C235180)</cp:lastModifiedBy>
  <cp:revision>1</cp:revision>
  <dcterms:created xsi:type="dcterms:W3CDTF">2026-04-11T07:02:06Z</dcterms:created>
  <dcterms:modified xsi:type="dcterms:W3CDTF">2026-04-11T07:02:06Z</dcterms:modified>
</cp:coreProperties>
</file>