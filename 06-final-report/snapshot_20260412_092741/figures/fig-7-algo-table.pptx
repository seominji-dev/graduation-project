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7. 알고리즘 특성 비교 요약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46304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알고리즘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965960" y="731520"/>
            <a:ext cx="219456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5960" y="731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차등 서비스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06240" y="731520"/>
            <a:ext cx="164592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731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공정성 (JFI)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97880" y="731520"/>
            <a:ext cx="27432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0" y="731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적합 상황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143000"/>
            <a:ext cx="1463040" cy="822960"/>
          </a:xfrm>
          <a:prstGeom prst="roundRect">
            <a:avLst>
              <a:gd name="adj" fmla="val 5556"/>
            </a:avLst>
          </a:prstGeom>
          <a:solidFill>
            <a:srgbClr val="2563EB">
              <a:alpha val="12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1430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965960" y="1143000"/>
            <a:ext cx="2194560" cy="82296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11430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6240" y="1143000"/>
            <a:ext cx="1645920" cy="82296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11430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1.000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97880" y="1143000"/>
            <a:ext cx="2743200" cy="82296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11430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 환경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020824"/>
            <a:ext cx="1463040" cy="822960"/>
          </a:xfrm>
          <a:prstGeom prst="roundRect">
            <a:avLst>
              <a:gd name="adj" fmla="val 5556"/>
            </a:avLst>
          </a:prstGeom>
          <a:solidFill>
            <a:srgbClr val="D97706">
              <a:alpha val="12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020824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965960" y="2020824"/>
            <a:ext cx="2194560" cy="82296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65960" y="2020824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기반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06240" y="2020824"/>
            <a:ext cx="1645920" cy="82296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2020824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1.000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97880" y="2020824"/>
            <a:ext cx="2743200" cy="82296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2020824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긴급 요청 처리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2898648"/>
            <a:ext cx="1463040" cy="822960"/>
          </a:xfrm>
          <a:prstGeom prst="roundRect">
            <a:avLst>
              <a:gd name="adj" fmla="val 5556"/>
            </a:avLst>
          </a:prstGeom>
          <a:solidFill>
            <a:srgbClr val="3B82F6">
              <a:alpha val="12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898648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965960" y="2898648"/>
            <a:ext cx="2194560" cy="82296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65960" y="289864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실행시간 기반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06240" y="2898648"/>
            <a:ext cx="1645920" cy="82296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0" y="2898648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1.000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97880" y="2898648"/>
            <a:ext cx="2743200" cy="82296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289864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 우선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776472"/>
            <a:ext cx="1463040" cy="822960"/>
          </a:xfrm>
          <a:prstGeom prst="roundRect">
            <a:avLst>
              <a:gd name="adj" fmla="val 5556"/>
            </a:avLst>
          </a:prstGeom>
          <a:solidFill>
            <a:srgbClr val="059669">
              <a:alpha val="12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776472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965960" y="3776472"/>
            <a:ext cx="2194560" cy="82296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65960" y="3776472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구독 등급 기반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206240" y="3776472"/>
            <a:ext cx="1645920" cy="82296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0" y="3776472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0.316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897880" y="3776472"/>
            <a:ext cx="2743200" cy="82296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97880" y="377647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등급별 차등 서비스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JFI: 1.000 = 완전 공정 (모든 요청 동등 처리) | 0.316 = 차등 서비스 적용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fig-7-algo-table</dc:title>
  <dc:subject>PptxGenJS Presentation</dc:subject>
  <dc:creator>서민지 (C235180)</dc:creator>
  <cp:lastModifiedBy>서민지 (C235180)</cp:lastModifiedBy>
  <cp:revision>1</cp:revision>
  <dcterms:created xsi:type="dcterms:W3CDTF">2026-04-11T07:02:06Z</dcterms:created>
  <dcterms:modified xsi:type="dcterms:W3CDTF">2026-04-11T07:02:06Z</dcterms:modified>
</cp:coreProperties>
</file>