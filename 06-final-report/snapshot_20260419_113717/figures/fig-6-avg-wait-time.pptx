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평균 대기시간 (ms)</c:v>
                </c:pt>
              </c:strCache>
            </c:strRef>
          </c:tx>
          <c:spPr>
            <a:solidFill>
              <a:srgbClr val="33333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FCFS</c:v>
                  </c:pt>
                  <c:pt idx="1">
                    <c:v>Priority</c:v>
                  </c:pt>
                  <c:pt idx="2">
                    <c:v>MLFQ</c:v>
                  </c:pt>
                  <c:pt idx="3">
                    <c:v>WFQ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12203</c:v>
                </c:pt>
                <c:pt idx="1">
                  <c:v>12419</c:v>
                </c:pt>
                <c:pt idx="2">
                  <c:v>12203</c:v>
                </c:pt>
                <c:pt idx="3">
                  <c:v>11846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dot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6. 알고리즘별 평균 대기시간 비교 (ms)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274320" y="47548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실험 500건 | 4개 테넌트 | 순차 도착</a:t>
            </a:r>
            <a:endParaRPr lang="en-US" sz="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777240"/>
          <a:ext cx="82296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fig-6-avg-wait-time</dc:title>
  <dc:subject>PptxGenJS Presentation</dc:subject>
  <dc:creator>서민지 (C235180)</dc:creator>
  <cp:lastModifiedBy>서민지 (C235180)</cp:lastModifiedBy>
  <cp:revision>1</cp:revision>
  <dcterms:created xsi:type="dcterms:W3CDTF">2026-04-17T04:41:59Z</dcterms:created>
  <dcterms:modified xsi:type="dcterms:W3CDTF">2026-04-17T04:41:59Z</dcterms:modified>
</cp:coreProperties>
</file>