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474720" y="685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685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-35204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-178308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188720"/>
            <a:ext cx="-4572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88720"/>
            <a:ext cx="16916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188720"/>
            <a:ext cx="342900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→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0876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9319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56032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fig-9-module-structure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