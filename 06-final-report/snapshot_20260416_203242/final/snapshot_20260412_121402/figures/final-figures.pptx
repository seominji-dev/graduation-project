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</c:v>
                </c:pt>
                <c:pt idx="1">
                  <c:v>810</c:v>
                </c:pt>
                <c:pt idx="2">
                  <c:v>1414</c:v>
                </c:pt>
                <c:pt idx="3">
                  <c:v>2024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379</c:v>
                </c:pt>
                <c:pt idx="1">
                  <c:v>755</c:v>
                </c:pt>
                <c:pt idx="2">
                  <c:v>1427</c:v>
                </c:pt>
                <c:pt idx="3">
                  <c:v>1887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241</c:v>
                </c:pt>
                <c:pt idx="1">
                  <c:v>821</c:v>
                </c:pt>
                <c:pt idx="2">
                  <c:v>1392</c:v>
                </c:pt>
                <c:pt idx="3">
                  <c:v>1985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시스템 아키텍처 (System Architecture)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2563EB">
              <a:alpha val="12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74520" y="101498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014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17720" y="101498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014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2588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DC2626">
              <a:alpha val="12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제한 계층 (Rate Limiter)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2588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등급 확인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버킷 제어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응답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4290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D97706">
              <a:alpha val="12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300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8036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5508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343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64748B">
              <a:alpha val="12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2588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588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2044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1500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86200" y="1435608"/>
            <a:ext cx="365760" cy="182880"/>
          </a:xfrm>
          <a:prstGeom prst="downArrow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33375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892040" y="1435608"/>
            <a:ext cx="365760" cy="182880"/>
          </a:xfrm>
          <a:prstGeom prst="upArrow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886200" y="2350008"/>
            <a:ext cx="365760" cy="182880"/>
          </a:xfrm>
          <a:prstGeom prst="downArrow">
            <a:avLst/>
          </a:prstGeom>
          <a:solidFill>
            <a:srgbClr val="059669"/>
          </a:solidFill>
          <a:ln/>
        </p:spPr>
      </p:sp>
      <p:sp>
        <p:nvSpPr>
          <p:cNvPr id="48" name="Text 46"/>
          <p:cNvSpPr/>
          <p:nvPr/>
        </p:nvSpPr>
        <p:spPr>
          <a:xfrm>
            <a:off x="3337560" y="23317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892040" y="2350008"/>
            <a:ext cx="365760" cy="182880"/>
          </a:xfrm>
          <a:prstGeom prst="upArrow">
            <a:avLst/>
          </a:prstGeom>
          <a:solidFill>
            <a:srgbClr val="DC2626"/>
          </a:solidFill>
          <a:ln/>
        </p:spPr>
      </p:sp>
      <p:sp>
        <p:nvSpPr>
          <p:cNvPr id="50" name="Text 48"/>
          <p:cNvSpPr/>
          <p:nvPr/>
        </p:nvSpPr>
        <p:spPr>
          <a:xfrm>
            <a:off x="5303520" y="23317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886200" y="3264408"/>
            <a:ext cx="365760" cy="182880"/>
          </a:xfrm>
          <a:prstGeom prst="downArrow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3337560" y="32461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892040" y="3264408"/>
            <a:ext cx="365760" cy="182880"/>
          </a:xfrm>
          <a:prstGeom prst="upArrow">
            <a:avLst/>
          </a:prstGeom>
          <a:solidFill>
            <a:srgbClr val="D97706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0" y="32461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886200" y="4178808"/>
            <a:ext cx="365760" cy="182880"/>
          </a:xfrm>
          <a:prstGeom prst="downArrow">
            <a:avLst/>
          </a:pr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3337560" y="4160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892040" y="4178808"/>
            <a:ext cx="365760" cy="182880"/>
          </a:xfrm>
          <a:prstGeom prst="upArrow">
            <a:avLst/>
          </a:prstGeom>
          <a:solidFill>
            <a:srgbClr val="64748B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0" y="4160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데이터 흐름도 (Data Flow)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48840" y="100584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0" y="100584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100584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1691640"/>
            <a:ext cx="365760" cy="59436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2286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4840" y="2286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2286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2606040"/>
            <a:ext cx="228600" cy="256032"/>
          </a:xfrm>
          <a:prstGeom prst="leftArrow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4206240" y="2606040"/>
            <a:ext cx="228600" cy="256032"/>
          </a:xfrm>
          <a:prstGeom prst="leftArrow">
            <a:avLst/>
          </a:prstGeom>
          <a:solidFill>
            <a:srgbClr val="CBD5E1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228600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57200" y="2377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
</a:t>
            </a:r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
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1691640"/>
            <a:ext cx="365760" cy="548640"/>
          </a:xfrm>
          <a:prstGeom prst="downArrow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26280" y="228600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52628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초과 시 즉시 반환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알고리즘별 평균 대기시간 비교 (ms)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13232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 최소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11,846ms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extended-results.json (시뮬레이션 500건)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MLFQ 선점형 vs FCFS — 요청 유형별 대기시간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 반복 (다중 시드)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7772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0972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73% 감소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실서버 구독 등급별 평균 대기시간 (ms)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등급: 모든 스케줄러에서 최소 대기시간 확인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Jain's Fairness Index (JFI) 비교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31089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WFQ: JFI = 0.316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차등 서비스로 공정성 낮음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━━ 완전 공정 (JFI = 1.0)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스케줄링 알고리즘 개념 비교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1737360"/>
            <a:ext cx="457200" cy="32004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1031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6858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D97706">
              <a:alpha val="7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(urgent → high → normal → low)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777240" cy="502920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760720" y="1645920"/>
            <a:ext cx="777240" cy="502920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75120" y="1645920"/>
            <a:ext cx="777240" cy="50292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89520" y="1645920"/>
            <a:ext cx="777240" cy="502920"/>
          </a:xfrm>
          <a:prstGeom prst="rect">
            <a:avLst/>
          </a:prstGeom>
          <a:solidFill>
            <a:srgbClr val="64748B">
              <a:alpha val="2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895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92608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3474720" cy="292608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840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2926080" cy="29260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062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4572000"/>
            <a:ext cx="2377440" cy="292608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572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(무제한)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40480" y="3931920"/>
            <a:ext cx="320040" cy="82296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0" y="47548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292608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059669">
              <a:alpha val="7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006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840480"/>
            <a:ext cx="3474720" cy="246888"/>
          </a:xfrm>
          <a:prstGeom prst="rect">
            <a:avLst/>
          </a:prstGeom>
          <a:solidFill>
            <a:srgbClr val="059669">
              <a:alpha val="2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8404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4142232"/>
            <a:ext cx="2362810" cy="246888"/>
          </a:xfrm>
          <a:prstGeom prst="rect">
            <a:avLst/>
          </a:prstGeom>
          <a:solidFill>
            <a:srgbClr val="059669">
              <a:alpha val="23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142232"/>
            <a:ext cx="236281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4443984"/>
            <a:ext cx="1389888" cy="246888"/>
          </a:xfrm>
          <a:prstGeom prst="rect">
            <a:avLst/>
          </a:prstGeom>
          <a:solidFill>
            <a:srgbClr val="059669">
              <a:alpha val="1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4443984"/>
            <a:ext cx="1389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46320" y="4745736"/>
            <a:ext cx="764438" cy="246888"/>
          </a:xfrm>
          <a:prstGeom prst="rect">
            <a:avLst/>
          </a:prstGeom>
          <a:solidFill>
            <a:srgbClr val="059669">
              <a:alpha val="13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4745736"/>
            <a:ext cx="76443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2816352"/>
            <a:ext cx="859536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34840" y="685800"/>
            <a:ext cx="22860" cy="434340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실험 환경 구성도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0" y="6858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685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81328" y="1234440"/>
            <a:ext cx="329184" cy="457200"/>
          </a:xfrm>
          <a:prstGeom prst="downArrow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361688" y="1234440"/>
            <a:ext cx="329184" cy="457200"/>
          </a:xfrm>
          <a:prstGeom prst="downArrow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42048" y="1234440"/>
            <a:ext cx="329184" cy="457200"/>
          </a:xfrm>
          <a:prstGeom prst="downArrow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2563EB">
              <a:alpha val="12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500건×5시드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D97706">
              <a:alpha val="12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81328" y="2560320"/>
            <a:ext cx="329184" cy="274320"/>
          </a:xfrm>
          <a:prstGeom prst="downArrow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61688" y="2560320"/>
            <a:ext cx="329184" cy="274320"/>
          </a:xfrm>
          <a:prstGeom prst="downArrow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42048" y="2560320"/>
            <a:ext cx="329184" cy="274320"/>
          </a:xfrm>
          <a:prstGeom prst="downArrow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34840" y="3520440"/>
            <a:ext cx="274320" cy="32004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867912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6791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모듈 구조도 (Module Structure)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474720" y="6858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2563EB">
              <a:alpha val="1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685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(진입점)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59669">
              <a:alpha val="12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D97706">
              <a:alpha val="12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MLFQ, WFQ)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64748B">
              <a:alpha val="12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64748B">
              <a:alpha val="12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DC2626">
              <a:alpha val="12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-352044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188720"/>
            <a:ext cx="-178308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188720"/>
            <a:ext cx="-4572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188720"/>
            <a:ext cx="169164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188720"/>
            <a:ext cx="342900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743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→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08760" y="2743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 →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DC2626">
              <a:alpha val="12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004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39319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56032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최종보고서 그림</dc:title>
  <dc:subject>PptxGenJS Presentation</dc:subject>
  <dc:creator>서민지 (C235180)</dc:creator>
  <cp:lastModifiedBy>서민지 (C235180)</cp:lastModifiedBy>
  <cp:revision>1</cp:revision>
  <dcterms:created xsi:type="dcterms:W3CDTF">2026-04-12T01:08:24Z</dcterms:created>
  <dcterms:modified xsi:type="dcterms:W3CDTF">2026-04-12T01:08:24Z</dcterms:modified>
</cp:coreProperties>
</file>