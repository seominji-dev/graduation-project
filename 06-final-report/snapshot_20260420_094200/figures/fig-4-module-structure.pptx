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모듈 구조도 (Module Structure)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783080" y="594360"/>
            <a:ext cx="196596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83080" y="594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index.js (진입점)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794760" y="809244"/>
            <a:ext cx="54864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4315968" y="749808"/>
            <a:ext cx="118872" cy="146304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06984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34840" y="594360"/>
            <a:ext cx="237744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594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 (서버 구성)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 MLFQ, WFQ)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18988" y="1051560"/>
            <a:ext cx="9144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1367028"/>
            <a:ext cx="713232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12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9418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386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0800000">
            <a:off x="26791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88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0800000">
            <a:off x="45994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62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800000">
            <a:off x="63367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358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0800000">
            <a:off x="807415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375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rate-limiter/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(요청 제한)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tests-simple/ (Jest 단위 테스트)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206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 | 점선: 테스트 전용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fig-4-module-structure</dc:title>
  <dc:subject>PptxGenJS Presentation</dc:subject>
  <dc:creator>서민지 (C235180)</dc:creator>
  <cp:lastModifiedBy>서민지 (C235180)</cp:lastModifiedBy>
  <cp:revision>1</cp:revision>
  <dcterms:created xsi:type="dcterms:W3CDTF">2026-04-19T02:58:48Z</dcterms:created>
  <dcterms:modified xsi:type="dcterms:W3CDTF">2026-04-19T02:58:48Z</dcterms:modified>
</cp:coreProperties>
</file>