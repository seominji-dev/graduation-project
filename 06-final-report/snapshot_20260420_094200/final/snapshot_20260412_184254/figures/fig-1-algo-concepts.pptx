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1. 스케줄링 알고리즘 개념 비교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4206240" cy="2103120"/>
          </a:xfrm>
          <a:prstGeom prst="roundRect">
            <a:avLst>
              <a:gd name="adj" fmla="val 5217"/>
            </a:avLst>
          </a:prstGeom>
          <a:solidFill>
            <a:srgbClr val="2563EB">
              <a:alpha val="7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772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 순서대로 처리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선착순 단순 대기열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640080" cy="502920"/>
          </a:xfrm>
          <a:prstGeom prst="rect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34440" y="1645920"/>
            <a:ext cx="640080" cy="502920"/>
          </a:xfrm>
          <a:prstGeom prst="rect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1645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11680" y="1645920"/>
            <a:ext cx="640080" cy="502920"/>
          </a:xfrm>
          <a:prstGeom prst="rect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1645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88920" y="1645920"/>
            <a:ext cx="640080" cy="502920"/>
          </a:xfrm>
          <a:prstGeom prst="rect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1645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66160" y="1737360"/>
            <a:ext cx="457200" cy="320040"/>
          </a:xfrm>
          <a:prstGeom prst="rightArrow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1031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685800"/>
            <a:ext cx="4206240" cy="2103120"/>
          </a:xfrm>
          <a:prstGeom prst="roundRect">
            <a:avLst>
              <a:gd name="adj" fmla="val 5217"/>
            </a:avLst>
          </a:prstGeom>
          <a:solidFill>
            <a:srgbClr val="D97706">
              <a:alpha val="7000"/>
            </a:srgbClr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7772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높은 요청 선처리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(urgent → high → normal → low)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1645920"/>
            <a:ext cx="777240" cy="502920"/>
          </a:xfrm>
          <a:prstGeom prst="rect">
            <a:avLst/>
          </a:prstGeom>
          <a:solidFill>
            <a:srgbClr val="DC2626">
              <a:alpha val="2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64592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219456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760720" y="1645920"/>
            <a:ext cx="777240" cy="502920"/>
          </a:xfrm>
          <a:prstGeom prst="rect">
            <a:avLst/>
          </a:prstGeom>
          <a:solidFill>
            <a:srgbClr val="D97706">
              <a:alpha val="2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164592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HIGH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60720" y="219456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675120" y="1645920"/>
            <a:ext cx="777240" cy="502920"/>
          </a:xfrm>
          <a:prstGeom prst="rect">
            <a:avLst/>
          </a:prstGeom>
          <a:solidFill>
            <a:srgbClr val="059669">
              <a:alpha val="2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164592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NORM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75120" y="219456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589520" y="1645920"/>
            <a:ext cx="777240" cy="502920"/>
          </a:xfrm>
          <a:prstGeom prst="rect">
            <a:avLst/>
          </a:prstGeom>
          <a:solidFill>
            <a:srgbClr val="64748B">
              <a:alpha val="25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0" y="164592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589520" y="219456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" y="2926080"/>
            <a:ext cx="4206240" cy="2103120"/>
          </a:xfrm>
          <a:prstGeom prst="roundRect">
            <a:avLst>
              <a:gd name="adj" fmla="val 5217"/>
            </a:avLst>
          </a:prstGeom>
          <a:solidFill>
            <a:srgbClr val="2563EB">
              <a:alpha val="7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017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11480" y="3337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요청은 상위 큐 유지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요청은 하위 큐로 강등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840480"/>
            <a:ext cx="3474720" cy="292608"/>
          </a:xfrm>
          <a:prstGeom prst="rect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8404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Q0 (1초 할당)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4206240"/>
            <a:ext cx="2926080" cy="292608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20624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 (3초 할당)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4572000"/>
            <a:ext cx="2377440" cy="292608"/>
          </a:xfrm>
          <a:prstGeom prst="rect">
            <a:avLst/>
          </a:prstGeom>
          <a:solidFill>
            <a:srgbClr val="60A5FA">
              <a:alpha val="2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5720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 (무제한)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840480" y="3931920"/>
            <a:ext cx="320040" cy="822960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0" y="47548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강등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663440" y="2926080"/>
            <a:ext cx="4206240" cy="2103120"/>
          </a:xfrm>
          <a:prstGeom prst="roundRect">
            <a:avLst>
              <a:gd name="adj" fmla="val 5217"/>
            </a:avLst>
          </a:prstGeom>
          <a:solidFill>
            <a:srgbClr val="059669">
              <a:alpha val="7000"/>
            </a:srgbClr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3017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800600" y="3337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 비율로 시간 할당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Enterprise가 Free보다 100배 우선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46320" y="3840480"/>
            <a:ext cx="3474720" cy="246888"/>
          </a:xfrm>
          <a:prstGeom prst="rect">
            <a:avLst/>
          </a:prstGeom>
          <a:solidFill>
            <a:srgbClr val="059669">
              <a:alpha val="28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384048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 (w=100)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46320" y="4142232"/>
            <a:ext cx="2362810" cy="246888"/>
          </a:xfrm>
          <a:prstGeom prst="rect">
            <a:avLst/>
          </a:prstGeom>
          <a:solidFill>
            <a:srgbClr val="059669">
              <a:alpha val="23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4142232"/>
            <a:ext cx="236281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Premium (w=50)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846320" y="4443984"/>
            <a:ext cx="1389888" cy="246888"/>
          </a:xfrm>
          <a:prstGeom prst="rect">
            <a:avLst/>
          </a:prstGeom>
          <a:solidFill>
            <a:srgbClr val="059669">
              <a:alpha val="18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4443984"/>
            <a:ext cx="1389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Standard (w=10)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846320" y="4745736"/>
            <a:ext cx="764438" cy="246888"/>
          </a:xfrm>
          <a:prstGeom prst="rect">
            <a:avLst/>
          </a:prstGeom>
          <a:solidFill>
            <a:srgbClr val="059669">
              <a:alpha val="13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92040" y="4745736"/>
            <a:ext cx="76443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 (w=1)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74320" y="2816352"/>
            <a:ext cx="859536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434840" y="685800"/>
            <a:ext cx="22860" cy="4343400"/>
          </a:xfrm>
          <a:prstGeom prst="rect">
            <a:avLst/>
          </a:prstGeom>
          <a:solidFill>
            <a:srgbClr val="CBD5E1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fig-1-algo-concepts</dc:title>
  <dc:subject>PptxGenJS Presentation</dc:subject>
  <dc:creator>서민지 (C235180)</dc:creator>
  <cp:lastModifiedBy>서민지 (C235180)</cp:lastModifiedBy>
  <cp:revision>1</cp:revision>
  <dcterms:created xsi:type="dcterms:W3CDTF">2026-04-12T08:21:08Z</dcterms:created>
  <dcterms:modified xsi:type="dcterms:W3CDTF">2026-04-12T08:21:08Z</dcterms:modified>
</cp:coreProperties>
</file>