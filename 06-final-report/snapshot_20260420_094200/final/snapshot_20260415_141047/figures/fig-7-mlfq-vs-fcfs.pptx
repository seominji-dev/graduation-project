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대기시간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fig-7-mlfq-vs-fcfs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