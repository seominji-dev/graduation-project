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40380" y="868680"/>
            <a:ext cx="25603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40380" y="868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37860" y="868680"/>
            <a:ext cx="25603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7860" y="868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251460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51460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51460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4602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602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9194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194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3786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786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8378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378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51760" y="416052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416052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416052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0228" y="132588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13213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1325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139446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1325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1325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214884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214426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2148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221742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214884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2148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110228" y="297180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800000">
            <a:off x="4041648" y="29672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29718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58868" y="304038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90288" y="29718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29718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110228" y="379476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4041648" y="379018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20440" y="37947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658868" y="386334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90288" y="379476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66360" y="37947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