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MLFQ 선점형 vs FCFS — 요청 유형별 대기시간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fig-4-mlfq-vs-fcfs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