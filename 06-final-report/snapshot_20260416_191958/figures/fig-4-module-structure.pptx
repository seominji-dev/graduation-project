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4. 모듈 구조도 (Module Structure)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474720" y="594360"/>
            <a:ext cx="2194560" cy="45720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594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server.js (진입점)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(라우터)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6596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schedulers/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(FCFS, Priority, MLFQ, WFQ)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8620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(메모리 큐)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2356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storage/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(JSON 저장)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6092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6092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(Ollama 연동)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67428" y="1051560"/>
            <a:ext cx="9144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1367028"/>
            <a:ext cx="713232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126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0800000">
            <a:off x="94183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3862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0800000">
            <a:off x="267919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5886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459943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9622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10800000">
            <a:off x="633679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358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0800000">
            <a:off x="807415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08760" y="256032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337560" y="256032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28600" y="2926080"/>
            <a:ext cx="1554480" cy="5486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29260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rate-limiter/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(요청 제한)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0" y="3703320"/>
            <a:ext cx="4023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2560320" y="37033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tests-simple/ (Jest 단위 테스트)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4206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화살표: 의존 관계 (호출 방향) | 점선: 테스트 전용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fig-4-module-structure</dc:title>
  <dc:subject>PptxGenJS Presentation</dc:subject>
  <dc:creator>서민지 (C235180)</dc:creator>
  <cp:lastModifiedBy>서민지 (C235180)</cp:lastModifiedBy>
  <cp:revision>1</cp:revision>
  <dcterms:created xsi:type="dcterms:W3CDTF">2026-04-16T01:46:24Z</dcterms:created>
  <dcterms:modified xsi:type="dcterms:W3CDTF">2026-04-16T01:46:24Z</dcterms:modified>
</cp:coreProperties>
</file>