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 &gt; HIGH &gt; NORM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320040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270248"/>
            <a:ext cx="2926080" cy="320040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702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654296"/>
            <a:ext cx="2377440" cy="320040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542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(무제한)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fig-1-algo-concepts</dc:title>
  <dc:subject>PptxGenJS Presentation</dc:subject>
  <dc:creator>서민지 (C235180)</dc:creator>
  <cp:lastModifiedBy>서민지 (C235180)</cp:lastModifiedBy>
  <cp:revision>1</cp:revision>
  <dcterms:created xsi:type="dcterms:W3CDTF">2026-04-15T02:38:14Z</dcterms:created>
  <dcterms:modified xsi:type="dcterms:W3CDTF">2026-04-15T02:38:14Z</dcterms:modified>
</cp:coreProperties>
</file>