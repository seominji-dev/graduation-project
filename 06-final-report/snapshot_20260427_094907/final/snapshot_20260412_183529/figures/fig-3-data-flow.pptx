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00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488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C2626">
              <a:alpha val="15000"/>
            </a:srgbClr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63640" y="1005840"/>
            <a:ext cx="228600" cy="25603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6858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777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1280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23760" y="1691640"/>
            <a:ext cx="365760" cy="594360"/>
          </a:xfrm>
          <a:prstGeom prst="downArrow">
            <a:avLst/>
          </a:prstGeom>
          <a:solidFill>
            <a:srgbClr val="CBD5E1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D97706">
              <a:alpha val="15000"/>
            </a:srgbClr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774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2563EB">
              <a:alpha val="15000"/>
            </a:srgbClr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92240" y="2286000"/>
            <a:ext cx="1828800" cy="1005840"/>
          </a:xfrm>
          <a:prstGeom prst="roundRect">
            <a:avLst>
              <a:gd name="adj" fmla="val 9091"/>
            </a:avLst>
          </a:prstGeom>
          <a:solidFill>
            <a:srgbClr val="059669">
              <a:alpha val="15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880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636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29" name="Shape 27"/>
          <p:cNvSpPr/>
          <p:nvPr/>
        </p:nvSpPr>
        <p:spPr>
          <a:xfrm>
            <a:off x="4206240" y="2606040"/>
            <a:ext cx="228600" cy="256032"/>
          </a:xfrm>
          <a:prstGeom prst="leftArrow">
            <a:avLst/>
          </a:prstGeom>
          <a:solidFill>
            <a:srgbClr val="CBD5E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286000"/>
            <a:ext cx="201168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457200" y="2377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
</a:t>
            </a:r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
</a:t>
            </a:r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</a:t>
            </a:r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1691640"/>
            <a:ext cx="365760" cy="548640"/>
          </a:xfrm>
          <a:prstGeom prst="downArrow">
            <a:avLst/>
          </a:prstGeom>
          <a:solidFill>
            <a:srgbClr val="DC2626">
              <a:alpha val="4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26280" y="2286000"/>
            <a:ext cx="1645920" cy="457200"/>
          </a:xfrm>
          <a:prstGeom prst="roundRect">
            <a:avLst>
              <a:gd name="adj" fmla="val 14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452628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초과 시 즉시 반환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2026-04-12T08:21:08Z</dcterms:created>
  <dcterms:modified xsi:type="dcterms:W3CDTF">2026-04-12T08:21:08Z</dcterms:modified>
</cp:coreProperties>
</file>