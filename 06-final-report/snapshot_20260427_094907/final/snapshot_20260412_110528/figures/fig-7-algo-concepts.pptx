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스케줄링 알고리즘 개념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45720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D97706">
              <a:alpha val="7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→ high → normal → low)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474720" cy="29260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92608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237744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931920"/>
            <a:ext cx="320040" cy="8229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4754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059669">
              <a:alpha val="7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3474720" cy="246888"/>
          </a:xfrm>
          <a:prstGeom prst="rect">
            <a:avLst/>
          </a:prstGeom>
          <a:solidFill>
            <a:srgbClr val="059669">
              <a:alpha val="2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142232"/>
            <a:ext cx="2362810" cy="246888"/>
          </a:xfrm>
          <a:prstGeom prst="rect">
            <a:avLst/>
          </a:prstGeom>
          <a:solidFill>
            <a:srgbClr val="059669">
              <a:alpha val="2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23628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443984"/>
            <a:ext cx="1389888" cy="24688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43984"/>
            <a:ext cx="1389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4745736"/>
            <a:ext cx="764438" cy="246888"/>
          </a:xfrm>
          <a:prstGeom prst="rect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45736"/>
            <a:ext cx="76443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816352"/>
            <a:ext cx="85953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685800"/>
            <a:ext cx="22860" cy="434340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fig-7-algo-concepts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