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745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17720" y="101498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14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2588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15000" y="19293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5146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C2626">
              <a:alpha val="12000"/>
            </a:srgbClr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제한 계층 (Rate Limiter)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확인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버킷 제어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28437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8437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응답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4290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300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88036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375818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7581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8046720" cy="749808"/>
          </a:xfrm>
          <a:prstGeom prst="roundRect">
            <a:avLst>
              <a:gd name="adj" fmla="val 12195"/>
            </a:avLst>
          </a:prstGeom>
          <a:solidFill>
            <a:srgbClr val="64748B">
              <a:alpha val="12000"/>
            </a:srgbClr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32588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2044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15000" y="4672584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6725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86200" y="1435608"/>
            <a:ext cx="365760" cy="182880"/>
          </a:xfrm>
          <a:prstGeom prst="downArrow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33375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892040" y="1435608"/>
            <a:ext cx="365760" cy="18288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886200" y="2350008"/>
            <a:ext cx="365760" cy="18288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333756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92040" y="2350008"/>
            <a:ext cx="365760" cy="182880"/>
          </a:xfrm>
          <a:prstGeom prst="upArrow">
            <a:avLst/>
          </a:prstGeom>
          <a:solidFill>
            <a:srgbClr val="DC2626"/>
          </a:solidFill>
          <a:ln/>
        </p:spPr>
      </p:sp>
      <p:sp>
        <p:nvSpPr>
          <p:cNvPr id="50" name="Text 48"/>
          <p:cNvSpPr/>
          <p:nvPr/>
        </p:nvSpPr>
        <p:spPr>
          <a:xfrm>
            <a:off x="5303520" y="23317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886200" y="3264408"/>
            <a:ext cx="365760" cy="182880"/>
          </a:xfrm>
          <a:prstGeom prst="downArrow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333756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892040" y="3264408"/>
            <a:ext cx="365760" cy="182880"/>
          </a:xfrm>
          <a:prstGeom prst="upArrow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5303520" y="3246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886200" y="4178808"/>
            <a:ext cx="365760" cy="182880"/>
          </a:xfrm>
          <a:prstGeom prst="downArrow">
            <a:avLst/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333756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892040" y="4178808"/>
            <a:ext cx="365760" cy="182880"/>
          </a:xfrm>
          <a:prstGeom prst="upArrow">
            <a:avLst/>
          </a:prstGeom>
          <a:solidFill>
            <a:srgbClr val="64748B"/>
          </a:solidFill>
          <a:ln/>
        </p:spPr>
      </p:sp>
      <p:sp>
        <p:nvSpPr>
          <p:cNvPr id="58" name="Text 56"/>
          <p:cNvSpPr/>
          <p:nvPr/>
        </p:nvSpPr>
        <p:spPr>
          <a:xfrm>
            <a:off x="5303520" y="4160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fig-2-system-architecture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