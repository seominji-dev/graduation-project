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31089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JFI = 0.316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서비스로 공정성 낮음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━━ 완전 공정 (JFI = 1.0)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