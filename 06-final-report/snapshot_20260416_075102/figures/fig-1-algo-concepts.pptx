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915668"/>
            <a:ext cx="502920" cy="914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931920" y="1847088"/>
            <a:ext cx="91440" cy="146304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 &gt; HIGH &gt; NORM &gt; LOW)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86200"/>
            <a:ext cx="3474720" cy="320040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270248"/>
            <a:ext cx="2926080" cy="320040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2702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654296"/>
            <a:ext cx="2377440" cy="320040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542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(무제한)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064508" y="3886200"/>
            <a:ext cx="9144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0800000">
            <a:off x="3995928" y="4663440"/>
            <a:ext cx="146304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0" y="4782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5488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9204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9204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92040" y="3840480"/>
            <a:ext cx="356616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92040" y="4160520"/>
            <a:ext cx="2424989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4160520"/>
            <a:ext cx="24249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4480560"/>
            <a:ext cx="1426464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4805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4800600"/>
            <a:ext cx="784555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800600"/>
            <a:ext cx="7845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28600" y="2761488"/>
            <a:ext cx="86868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53128" y="502920"/>
            <a:ext cx="22860" cy="452628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fig-1-algo-concepts</dc:title>
  <dc:subject>PptxGenJS Presentation</dc:subject>
  <dc:creator>서민지 (C235180)</dc:creator>
  <cp:lastModifiedBy>서민지 (C235180)</cp:lastModifiedBy>
  <cp:revision>1</cp:revision>
  <dcterms:created xsi:type="dcterms:W3CDTF">2026-04-15T09:06:01Z</dcterms:created>
  <dcterms:modified xsi:type="dcterms:W3CDTF">2026-04-15T09:06:01Z</dcterms:modified>
</cp:coreProperties>
</file>