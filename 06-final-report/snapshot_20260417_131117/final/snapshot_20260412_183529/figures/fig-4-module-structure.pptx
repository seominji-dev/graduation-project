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4. 모듈 구조도 (Module Structure)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474720" y="68580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2563EB">
              <a:alpha val="15000"/>
            </a:srgbClr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0" y="6858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server.js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(진입점)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82880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059669">
              <a:alpha val="12000"/>
            </a:srgbClr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82880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(라우터)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011680" y="182880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D97706">
              <a:alpha val="12000"/>
            </a:srgbClr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182880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schedulers/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(FCFS, Priority,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MLFQ, WFQ)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749040" y="182880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64748B">
              <a:alpha val="12000"/>
            </a:srgbClr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9040" y="182880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queue/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(메모리 큐)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0" y="182880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64748B">
              <a:alpha val="12000"/>
            </a:srgbClr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0" y="182880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storage/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(JSON 저장)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223760" y="182880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DC2626">
              <a:alpha val="12000"/>
            </a:srgbClr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23760" y="182880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(Ollama 연동)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0" y="1188720"/>
            <a:ext cx="-3520440" cy="64008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1188720"/>
            <a:ext cx="-1783080" cy="64008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1188720"/>
            <a:ext cx="-45720" cy="64008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1188720"/>
            <a:ext cx="1691640" cy="64008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1188720"/>
            <a:ext cx="3429000" cy="64008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46120" y="27432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 →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508760" y="27432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호출 →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274320" y="3200400"/>
            <a:ext cx="1554480" cy="594360"/>
          </a:xfrm>
          <a:prstGeom prst="roundRect">
            <a:avLst>
              <a:gd name="adj" fmla="val 12308"/>
            </a:avLst>
          </a:prstGeom>
          <a:solidFill>
            <a:srgbClr val="DC2626">
              <a:alpha val="12000"/>
            </a:srgbClr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2004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rate-limiter/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(요청 제한)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560320" y="3931920"/>
            <a:ext cx="4023360" cy="4572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2560320" y="39319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tests-simple/ (Jest 단위 테스트)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4320" y="4572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화살표: 의존 관계 (호출 방향)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fig-4-module-structure</dc:title>
  <dc:subject>PptxGenJS Presentation</dc:subject>
  <dc:creator>서민지 (C235180)</dc:creator>
  <cp:lastModifiedBy>서민지 (C235180)</cp:lastModifiedBy>
  <cp:revision>1</cp:revision>
  <dcterms:created xsi:type="dcterms:W3CDTF">2026-04-12T08:21:08Z</dcterms:created>
  <dcterms:modified xsi:type="dcterms:W3CDTF">2026-04-12T08:21:08Z</dcterms:modified>
</cp:coreProperties>
</file>