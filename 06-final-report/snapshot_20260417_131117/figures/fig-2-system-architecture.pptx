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시스템 아키텍처 (System Architecture)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0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37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 + Rate Limiter)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 Limiter (구독 등급·429 응답)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35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0228" y="141732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4041648" y="152704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58868" y="160020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0288" y="141732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10228" y="251460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4041648" y="262432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58868" y="269748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0288" y="251460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0228" y="361188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4041648" y="372160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58868" y="379476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361188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fig-2-system-architecture</dc:title>
  <dc:subject>PptxGenJS Presentation</dc:subject>
  <dc:creator>서민지 (C235180)</dc:creator>
  <cp:lastModifiedBy>서민지 (C235180)</cp:lastModifiedBy>
  <cp:revision>1</cp:revision>
  <dcterms:created xsi:type="dcterms:W3CDTF">2026-04-17T00:48:29Z</dcterms:created>
  <dcterms:modified xsi:type="dcterms:W3CDTF">2026-04-17T00:48:29Z</dcterms:modified>
</cp:coreProperties>
</file>