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데이터 흐름도 (Data Flow)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488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1691640"/>
            <a:ext cx="365760" cy="5943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42062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2860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
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
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1691640"/>
            <a:ext cx="365760" cy="548640"/>
          </a:xfrm>
          <a:prstGeom prst="downArrow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26280" y="22860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5262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시 즉시 반환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fig-2-data-flow</dc:title>
  <dc:subject>PptxGenJS Presentation</dc:subject>
  <dc:creator>서민지 (C235180)</dc:creator>
  <cp:lastModifiedBy>서민지 (C235180)</cp:lastModifiedBy>
  <cp:revision>1</cp:revision>
  <dcterms:created xsi:type="dcterms:W3CDTF">2026-04-12T01:08:24Z</dcterms:created>
  <dcterms:modified xsi:type="dcterms:W3CDTF">2026-04-12T01:08:24Z</dcterms:modified>
</cp:coreProperties>
</file>